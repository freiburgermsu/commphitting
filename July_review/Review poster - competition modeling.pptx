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Lst>
  <p:sldSz cy="36576000" cx="36576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525">
          <p15:clr>
            <a:srgbClr val="A4A3A4"/>
          </p15:clr>
        </p15:guide>
        <p15:guide id="2" pos="23039">
          <p15:clr>
            <a:srgbClr val="A4A3A4"/>
          </p15:clr>
        </p15:guide>
      </p15:sldGuideLst>
    </p:ext>
    <p:ext uri="http://customooxmlschemas.google.com/">
      <go:slidesCustomData xmlns:go="http://customooxmlschemas.google.com/" r:id="rId7" roundtripDataSignature="AMtx7mgxcxzhws+22Id3JplFZeL1SbJpI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525" orient="horz"/>
        <p:guide pos="23039"/>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43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64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ful">
  <p:cSld name="*Colorful">
    <p:spTree>
      <p:nvGrpSpPr>
        <p:cNvPr id="14" name="Shape 14"/>
        <p:cNvGrpSpPr/>
        <p:nvPr/>
      </p:nvGrpSpPr>
      <p:grpSpPr>
        <a:xfrm>
          <a:off x="0" y="0"/>
          <a:ext cx="0" cy="0"/>
          <a:chOff x="0" y="0"/>
          <a:chExt cx="0" cy="0"/>
        </a:xfrm>
      </p:grpSpPr>
      <p:sp>
        <p:nvSpPr>
          <p:cNvPr id="15" name="Google Shape;15;p3"/>
          <p:cNvSpPr txBox="1"/>
          <p:nvPr>
            <p:ph idx="1" type="body"/>
          </p:nvPr>
        </p:nvSpPr>
        <p:spPr>
          <a:xfrm>
            <a:off x="683867" y="28696268"/>
            <a:ext cx="11310909" cy="513653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6" name="Google Shape;16;p3"/>
          <p:cNvSpPr txBox="1"/>
          <p:nvPr>
            <p:ph idx="2" type="body"/>
          </p:nvPr>
        </p:nvSpPr>
        <p:spPr>
          <a:xfrm>
            <a:off x="18625638" y="7221408"/>
            <a:ext cx="8239760" cy="7268315"/>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7" name="Google Shape;17;p3"/>
          <p:cNvSpPr txBox="1"/>
          <p:nvPr>
            <p:ph idx="3" type="body"/>
          </p:nvPr>
        </p:nvSpPr>
        <p:spPr>
          <a:xfrm>
            <a:off x="27604257" y="7221408"/>
            <a:ext cx="8239760" cy="7268315"/>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 name="Google Shape;18;p3"/>
          <p:cNvSpPr txBox="1"/>
          <p:nvPr>
            <p:ph idx="4" type="body"/>
          </p:nvPr>
        </p:nvSpPr>
        <p:spPr>
          <a:xfrm>
            <a:off x="683867" y="7221408"/>
            <a:ext cx="17140114" cy="7338654"/>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 name="Google Shape;19;p3"/>
          <p:cNvSpPr/>
          <p:nvPr>
            <p:ph idx="5" type="pic"/>
          </p:nvPr>
        </p:nvSpPr>
        <p:spPr>
          <a:xfrm>
            <a:off x="18955313" y="11655577"/>
            <a:ext cx="7666791" cy="2552792"/>
          </a:xfrm>
          <a:prstGeom prst="rect">
            <a:avLst/>
          </a:prstGeom>
          <a:solidFill>
            <a:srgbClr val="D8D8D8"/>
          </a:solidFill>
          <a:ln>
            <a:noFill/>
          </a:ln>
        </p:spPr>
      </p:sp>
      <p:sp>
        <p:nvSpPr>
          <p:cNvPr id="20" name="Google Shape;20;p3"/>
          <p:cNvSpPr/>
          <p:nvPr>
            <p:ph idx="6" type="pic"/>
          </p:nvPr>
        </p:nvSpPr>
        <p:spPr>
          <a:xfrm>
            <a:off x="27845031" y="11655577"/>
            <a:ext cx="7666791" cy="2552792"/>
          </a:xfrm>
          <a:prstGeom prst="rect">
            <a:avLst/>
          </a:prstGeom>
          <a:solidFill>
            <a:srgbClr val="D8D8D8"/>
          </a:solidFill>
          <a:ln>
            <a:noFill/>
          </a:ln>
        </p:spPr>
      </p:sp>
      <p:sp>
        <p:nvSpPr>
          <p:cNvPr id="21" name="Google Shape;21;p3"/>
          <p:cNvSpPr txBox="1"/>
          <p:nvPr>
            <p:ph idx="7" type="body"/>
          </p:nvPr>
        </p:nvSpPr>
        <p:spPr>
          <a:xfrm>
            <a:off x="683867" y="7228392"/>
            <a:ext cx="17139920" cy="609600"/>
          </a:xfrm>
          <a:prstGeom prst="rect">
            <a:avLst/>
          </a:prstGeom>
          <a:noFill/>
          <a:ln>
            <a:noFill/>
          </a:ln>
        </p:spPr>
        <p:txBody>
          <a:bodyPr anchorCtr="0" anchor="b" bIns="0" lIns="182875" spcFirstLastPara="1" rIns="0" wrap="square" tIns="0">
            <a:noAutofit/>
          </a:bodyPr>
          <a:lstStyle>
            <a:lvl1pPr indent="-228600" lvl="0" marL="457200" algn="l">
              <a:spcBef>
                <a:spcPts val="0"/>
              </a:spcBef>
              <a:spcAft>
                <a:spcPts val="0"/>
              </a:spcAft>
              <a:buClr>
                <a:schemeClr val="dk2"/>
              </a:buClr>
              <a:buSzPts val="4200"/>
              <a:buNone/>
              <a:defRPr b="1" sz="4200" cap="none">
                <a:solidFill>
                  <a:schemeClr val="dk2"/>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3"/>
          <p:cNvSpPr txBox="1"/>
          <p:nvPr>
            <p:ph idx="8" type="body"/>
          </p:nvPr>
        </p:nvSpPr>
        <p:spPr>
          <a:xfrm>
            <a:off x="18625638" y="7228391"/>
            <a:ext cx="8239760" cy="609600"/>
          </a:xfrm>
          <a:prstGeom prst="rect">
            <a:avLst/>
          </a:prstGeom>
          <a:noFill/>
          <a:ln>
            <a:noFill/>
          </a:ln>
        </p:spPr>
        <p:txBody>
          <a:bodyPr anchorCtr="0" anchor="b" bIns="0" lIns="182875" spcFirstLastPara="1" rIns="0" wrap="square" tIns="0">
            <a:noAutofit/>
          </a:bodyPr>
          <a:lstStyle>
            <a:lvl1pPr indent="-228600" lvl="0" marL="457200" algn="l">
              <a:spcBef>
                <a:spcPts val="0"/>
              </a:spcBef>
              <a:spcAft>
                <a:spcPts val="0"/>
              </a:spcAft>
              <a:buClr>
                <a:schemeClr val="dk2"/>
              </a:buClr>
              <a:buSzPts val="4200"/>
              <a:buNone/>
              <a:defRPr b="1" sz="4200" cap="none">
                <a:solidFill>
                  <a:schemeClr val="dk2"/>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3" name="Google Shape;23;p3"/>
          <p:cNvSpPr txBox="1"/>
          <p:nvPr>
            <p:ph idx="9" type="body"/>
          </p:nvPr>
        </p:nvSpPr>
        <p:spPr>
          <a:xfrm>
            <a:off x="27604257" y="7228391"/>
            <a:ext cx="8239760" cy="609600"/>
          </a:xfrm>
          <a:prstGeom prst="rect">
            <a:avLst/>
          </a:prstGeom>
          <a:noFill/>
          <a:ln>
            <a:noFill/>
          </a:ln>
        </p:spPr>
        <p:txBody>
          <a:bodyPr anchorCtr="0" anchor="b" bIns="0" lIns="182875" spcFirstLastPara="1" rIns="0" wrap="square" tIns="0">
            <a:noAutofit/>
          </a:bodyPr>
          <a:lstStyle>
            <a:lvl1pPr indent="-228600" lvl="0" marL="457200" algn="l">
              <a:spcBef>
                <a:spcPts val="0"/>
              </a:spcBef>
              <a:spcAft>
                <a:spcPts val="0"/>
              </a:spcAft>
              <a:buClr>
                <a:schemeClr val="dk2"/>
              </a:buClr>
              <a:buSzPts val="4200"/>
              <a:buNone/>
              <a:defRPr b="1" sz="4200" cap="none">
                <a:solidFill>
                  <a:schemeClr val="dk2"/>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
          <p:cNvSpPr/>
          <p:nvPr/>
        </p:nvSpPr>
        <p:spPr>
          <a:xfrm>
            <a:off x="4" y="-1"/>
            <a:ext cx="36575995" cy="4797880"/>
          </a:xfrm>
          <a:prstGeom prst="rect">
            <a:avLst/>
          </a:prstGeom>
          <a:solidFill>
            <a:schemeClr val="accent2"/>
          </a:solid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400"/>
              <a:buFont typeface="Noto Sans Symbols"/>
              <a:buNone/>
            </a:pPr>
            <a:r>
              <a:t/>
            </a:r>
            <a:endParaRPr b="1" i="0" sz="400" u="none" cap="none" strike="noStrike">
              <a:solidFill>
                <a:srgbClr val="FFFFFF"/>
              </a:solidFill>
              <a:latin typeface="Arial"/>
              <a:ea typeface="Arial"/>
              <a:cs typeface="Arial"/>
              <a:sym typeface="Arial"/>
            </a:endParaRPr>
          </a:p>
        </p:txBody>
      </p:sp>
      <p:sp>
        <p:nvSpPr>
          <p:cNvPr id="25" name="Google Shape;25;p3"/>
          <p:cNvSpPr/>
          <p:nvPr/>
        </p:nvSpPr>
        <p:spPr>
          <a:xfrm>
            <a:off x="0" y="3118488"/>
            <a:ext cx="36576000" cy="2835537"/>
          </a:xfrm>
          <a:prstGeom prst="rect">
            <a:avLst/>
          </a:prstGeom>
          <a:solidFill>
            <a:schemeClr val="dk2"/>
          </a:solidFill>
          <a:ln>
            <a:noFill/>
          </a:ln>
        </p:spPr>
        <p:txBody>
          <a:bodyPr anchorCtr="0" anchor="ctr" bIns="162475" lIns="1624875" spcFirstLastPara="1" rIns="324975" wrap="square" tIns="162475">
            <a:noAutofit/>
          </a:bodyPr>
          <a:lstStyle/>
          <a:p>
            <a:pPr indent="0" lvl="0" marL="0" marR="0" rtl="0" algn="l">
              <a:spcBef>
                <a:spcPts val="0"/>
              </a:spcBef>
              <a:spcAft>
                <a:spcPts val="0"/>
              </a:spcAft>
              <a:buNone/>
            </a:pPr>
            <a:r>
              <a:t/>
            </a:r>
            <a:endParaRPr b="0" i="0" sz="2800" u="none" cap="none" strike="noStrike">
              <a:solidFill>
                <a:srgbClr val="FFFFFF"/>
              </a:solidFill>
              <a:latin typeface="Arial"/>
              <a:ea typeface="Arial"/>
              <a:cs typeface="Arial"/>
              <a:sym typeface="Arial"/>
            </a:endParaRPr>
          </a:p>
        </p:txBody>
      </p:sp>
      <p:sp>
        <p:nvSpPr>
          <p:cNvPr id="26" name="Google Shape;26;p3"/>
          <p:cNvSpPr txBox="1"/>
          <p:nvPr>
            <p:ph type="title"/>
          </p:nvPr>
        </p:nvSpPr>
        <p:spPr>
          <a:xfrm>
            <a:off x="1382919" y="898525"/>
            <a:ext cx="30836961" cy="263197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lt1"/>
              </a:buClr>
              <a:buSzPts val="10000"/>
              <a:buFont typeface="Arial"/>
              <a:buNone/>
              <a:defRPr b="1" sz="10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3"/>
          <p:cNvSpPr txBox="1"/>
          <p:nvPr>
            <p:ph idx="13" type="body"/>
          </p:nvPr>
        </p:nvSpPr>
        <p:spPr>
          <a:xfrm>
            <a:off x="1382918" y="3662893"/>
            <a:ext cx="30817421" cy="855566"/>
          </a:xfrm>
          <a:prstGeom prst="rect">
            <a:avLst/>
          </a:prstGeom>
          <a:noFill/>
          <a:ln>
            <a:noFill/>
          </a:ln>
        </p:spPr>
        <p:txBody>
          <a:bodyPr anchorCtr="0" anchor="t" bIns="162525" lIns="0" spcFirstLastPara="1" rIns="0" wrap="square" tIns="0">
            <a:noAutofit/>
          </a:bodyPr>
          <a:lstStyle>
            <a:lvl1pPr indent="-228600" lvl="0" marL="457200" algn="l">
              <a:spcBef>
                <a:spcPts val="2130"/>
              </a:spcBef>
              <a:spcAft>
                <a:spcPts val="0"/>
              </a:spcAft>
              <a:buClr>
                <a:srgbClr val="FFFFFF"/>
              </a:buClr>
              <a:buSzPts val="6000"/>
              <a:buNone/>
              <a:defRPr sz="6000">
                <a:solidFill>
                  <a:srgbClr val="FFFFFF"/>
                </a:solidFill>
              </a:defRPr>
            </a:lvl1pPr>
            <a:lvl2pPr indent="-228600" lvl="1" marL="914400" algn="l">
              <a:spcBef>
                <a:spcPts val="0"/>
              </a:spcBef>
              <a:spcAft>
                <a:spcPts val="0"/>
              </a:spcAft>
              <a:buClr>
                <a:srgbClr val="232425"/>
              </a:buClr>
              <a:buSzPts val="4600"/>
              <a:buNone/>
              <a:defRPr/>
            </a:lvl2pPr>
            <a:lvl3pPr indent="-228600" lvl="2" marL="1371600" algn="l">
              <a:spcBef>
                <a:spcPts val="0"/>
              </a:spcBef>
              <a:spcAft>
                <a:spcPts val="0"/>
              </a:spcAft>
              <a:buClr>
                <a:srgbClr val="232425"/>
              </a:buClr>
              <a:buSzPts val="4600"/>
              <a:buNone/>
              <a:defRPr/>
            </a:lvl3pPr>
            <a:lvl4pPr indent="-228600" lvl="3" marL="1828800" algn="l">
              <a:spcBef>
                <a:spcPts val="0"/>
              </a:spcBef>
              <a:spcAft>
                <a:spcPts val="0"/>
              </a:spcAft>
              <a:buClr>
                <a:srgbClr val="232425"/>
              </a:buClr>
              <a:buSzPts val="4300"/>
              <a:buNone/>
              <a:defRPr/>
            </a:lvl4pPr>
            <a:lvl5pPr indent="-228600" lvl="4" marL="2286000" algn="l">
              <a:spcBef>
                <a:spcPts val="0"/>
              </a:spcBef>
              <a:spcAft>
                <a:spcPts val="0"/>
              </a:spcAft>
              <a:buClr>
                <a:srgbClr val="232425"/>
              </a:buClr>
              <a:buSzPts val="43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3"/>
          <p:cNvSpPr txBox="1"/>
          <p:nvPr>
            <p:ph idx="14" type="body"/>
          </p:nvPr>
        </p:nvSpPr>
        <p:spPr>
          <a:xfrm>
            <a:off x="1331120" y="5085098"/>
            <a:ext cx="30558581" cy="1342139"/>
          </a:xfrm>
          <a:prstGeom prst="rect">
            <a:avLst/>
          </a:prstGeom>
          <a:noFill/>
          <a:ln>
            <a:noFill/>
          </a:ln>
        </p:spPr>
        <p:txBody>
          <a:bodyPr anchorCtr="0" anchor="ctr" bIns="162525" lIns="0" spcFirstLastPara="1" rIns="0" wrap="square" tIns="0">
            <a:noAutofit/>
          </a:bodyPr>
          <a:lstStyle>
            <a:lvl1pPr indent="-228600" lvl="0" marL="457200" marR="0" algn="l">
              <a:lnSpc>
                <a:spcPct val="100000"/>
              </a:lnSpc>
              <a:spcBef>
                <a:spcPts val="0"/>
              </a:spcBef>
              <a:spcAft>
                <a:spcPts val="0"/>
              </a:spcAft>
              <a:buClr>
                <a:schemeClr val="lt1"/>
              </a:buClr>
              <a:buSzPts val="3200"/>
              <a:buFont typeface="Noto Sans Symbols"/>
              <a:buNone/>
              <a:defRPr sz="3200">
                <a:solidFill>
                  <a:schemeClr val="lt1"/>
                </a:solidFill>
              </a:defRPr>
            </a:lvl1pPr>
            <a:lvl2pPr indent="-228600" lvl="1" marL="914400" algn="l">
              <a:spcBef>
                <a:spcPts val="0"/>
              </a:spcBef>
              <a:spcAft>
                <a:spcPts val="0"/>
              </a:spcAft>
              <a:buClr>
                <a:srgbClr val="232425"/>
              </a:buClr>
              <a:buSzPts val="3200"/>
              <a:buNone/>
              <a:defRPr sz="3200"/>
            </a:lvl2pPr>
            <a:lvl3pPr indent="-228600" lvl="2" marL="1371600" algn="l">
              <a:spcBef>
                <a:spcPts val="0"/>
              </a:spcBef>
              <a:spcAft>
                <a:spcPts val="0"/>
              </a:spcAft>
              <a:buClr>
                <a:srgbClr val="232425"/>
              </a:buClr>
              <a:buSzPts val="3200"/>
              <a:buNone/>
              <a:defRPr sz="3200"/>
            </a:lvl3pPr>
            <a:lvl4pPr indent="-228600" lvl="3" marL="1828800" algn="l">
              <a:spcBef>
                <a:spcPts val="0"/>
              </a:spcBef>
              <a:spcAft>
                <a:spcPts val="0"/>
              </a:spcAft>
              <a:buClr>
                <a:srgbClr val="232425"/>
              </a:buClr>
              <a:buSzPts val="3200"/>
              <a:buNone/>
              <a:defRPr sz="3200"/>
            </a:lvl4pPr>
            <a:lvl5pPr indent="-228600" lvl="4" marL="2286000" algn="l">
              <a:spcBef>
                <a:spcPts val="0"/>
              </a:spcBef>
              <a:spcAft>
                <a:spcPts val="0"/>
              </a:spcAft>
              <a:buClr>
                <a:srgbClr val="232425"/>
              </a:buClr>
              <a:buSzPts val="3200"/>
              <a:buNone/>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9" name="Google Shape;29;p3"/>
          <p:cNvSpPr txBox="1"/>
          <p:nvPr>
            <p:ph idx="15" type="body"/>
          </p:nvPr>
        </p:nvSpPr>
        <p:spPr>
          <a:xfrm>
            <a:off x="18692972" y="15016561"/>
            <a:ext cx="17249981" cy="1325950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3"/>
          <p:cNvSpPr txBox="1"/>
          <p:nvPr>
            <p:ph idx="16" type="body"/>
          </p:nvPr>
        </p:nvSpPr>
        <p:spPr>
          <a:xfrm>
            <a:off x="683867" y="15016561"/>
            <a:ext cx="17182102" cy="1325950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1" name="Google Shape;31;p3"/>
          <p:cNvSpPr/>
          <p:nvPr>
            <p:ph idx="17" type="pic"/>
          </p:nvPr>
        </p:nvSpPr>
        <p:spPr>
          <a:xfrm>
            <a:off x="1006595" y="18358338"/>
            <a:ext cx="16582974" cy="9566031"/>
          </a:xfrm>
          <a:prstGeom prst="rect">
            <a:avLst/>
          </a:prstGeom>
          <a:solidFill>
            <a:srgbClr val="D8D8D8"/>
          </a:solidFill>
          <a:ln>
            <a:noFill/>
          </a:ln>
        </p:spPr>
      </p:sp>
      <p:sp>
        <p:nvSpPr>
          <p:cNvPr id="32" name="Google Shape;32;p3"/>
          <p:cNvSpPr/>
          <p:nvPr>
            <p:ph idx="18" type="pic"/>
          </p:nvPr>
        </p:nvSpPr>
        <p:spPr>
          <a:xfrm>
            <a:off x="19043585" y="18358338"/>
            <a:ext cx="8036723" cy="4572000"/>
          </a:xfrm>
          <a:prstGeom prst="rect">
            <a:avLst/>
          </a:prstGeom>
          <a:solidFill>
            <a:srgbClr val="D8D8D8"/>
          </a:solidFill>
          <a:ln>
            <a:noFill/>
          </a:ln>
        </p:spPr>
      </p:sp>
      <p:sp>
        <p:nvSpPr>
          <p:cNvPr id="33" name="Google Shape;33;p3"/>
          <p:cNvSpPr/>
          <p:nvPr>
            <p:ph idx="19" type="pic"/>
          </p:nvPr>
        </p:nvSpPr>
        <p:spPr>
          <a:xfrm>
            <a:off x="19043585" y="23317200"/>
            <a:ext cx="8036723" cy="4572000"/>
          </a:xfrm>
          <a:prstGeom prst="rect">
            <a:avLst/>
          </a:prstGeom>
          <a:solidFill>
            <a:srgbClr val="D8D8D8"/>
          </a:solidFill>
          <a:ln>
            <a:noFill/>
          </a:ln>
        </p:spPr>
      </p:sp>
      <p:sp>
        <p:nvSpPr>
          <p:cNvPr id="34" name="Google Shape;34;p3"/>
          <p:cNvSpPr/>
          <p:nvPr>
            <p:ph idx="20" type="pic"/>
          </p:nvPr>
        </p:nvSpPr>
        <p:spPr>
          <a:xfrm>
            <a:off x="27660600" y="18358338"/>
            <a:ext cx="8036723" cy="4572000"/>
          </a:xfrm>
          <a:prstGeom prst="rect">
            <a:avLst/>
          </a:prstGeom>
          <a:solidFill>
            <a:srgbClr val="D8D8D8"/>
          </a:solidFill>
          <a:ln>
            <a:noFill/>
          </a:ln>
        </p:spPr>
      </p:sp>
      <p:sp>
        <p:nvSpPr>
          <p:cNvPr id="35" name="Google Shape;35;p3"/>
          <p:cNvSpPr/>
          <p:nvPr>
            <p:ph idx="21" type="pic"/>
          </p:nvPr>
        </p:nvSpPr>
        <p:spPr>
          <a:xfrm>
            <a:off x="27660600" y="23317200"/>
            <a:ext cx="8036723" cy="4572000"/>
          </a:xfrm>
          <a:prstGeom prst="rect">
            <a:avLst/>
          </a:prstGeom>
          <a:solidFill>
            <a:srgbClr val="D8D8D8"/>
          </a:solidFill>
          <a:ln>
            <a:noFill/>
          </a:ln>
        </p:spPr>
      </p:sp>
      <p:sp>
        <p:nvSpPr>
          <p:cNvPr id="36" name="Google Shape;36;p3"/>
          <p:cNvSpPr txBox="1"/>
          <p:nvPr>
            <p:ph idx="22" type="body"/>
          </p:nvPr>
        </p:nvSpPr>
        <p:spPr>
          <a:xfrm>
            <a:off x="12686334" y="28696268"/>
            <a:ext cx="11310909" cy="513653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3"/>
          <p:cNvSpPr txBox="1"/>
          <p:nvPr>
            <p:ph idx="23" type="body"/>
          </p:nvPr>
        </p:nvSpPr>
        <p:spPr>
          <a:xfrm>
            <a:off x="24688800" y="28696268"/>
            <a:ext cx="11310909" cy="513653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3"/>
          <p:cNvSpPr txBox="1"/>
          <p:nvPr>
            <p:ph idx="24" type="body"/>
          </p:nvPr>
        </p:nvSpPr>
        <p:spPr>
          <a:xfrm>
            <a:off x="683867" y="15016561"/>
            <a:ext cx="17139920" cy="609600"/>
          </a:xfrm>
          <a:prstGeom prst="rect">
            <a:avLst/>
          </a:prstGeom>
          <a:noFill/>
          <a:ln>
            <a:noFill/>
          </a:ln>
        </p:spPr>
        <p:txBody>
          <a:bodyPr anchorCtr="0" anchor="b" bIns="0" lIns="182875" spcFirstLastPara="1" rIns="0" wrap="square" tIns="0">
            <a:noAutofit/>
          </a:bodyPr>
          <a:lstStyle>
            <a:lvl1pPr indent="-228600" lvl="0" marL="457200" algn="l">
              <a:spcBef>
                <a:spcPts val="0"/>
              </a:spcBef>
              <a:spcAft>
                <a:spcPts val="0"/>
              </a:spcAft>
              <a:buClr>
                <a:schemeClr val="dk2"/>
              </a:buClr>
              <a:buSzPts val="4200"/>
              <a:buNone/>
              <a:defRPr b="1" sz="4200" cap="none">
                <a:solidFill>
                  <a:schemeClr val="dk2"/>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3"/>
          <p:cNvSpPr txBox="1"/>
          <p:nvPr>
            <p:ph idx="25" type="body"/>
          </p:nvPr>
        </p:nvSpPr>
        <p:spPr>
          <a:xfrm>
            <a:off x="18745200" y="15016561"/>
            <a:ext cx="17139920" cy="609600"/>
          </a:xfrm>
          <a:prstGeom prst="rect">
            <a:avLst/>
          </a:prstGeom>
          <a:noFill/>
          <a:ln>
            <a:noFill/>
          </a:ln>
        </p:spPr>
        <p:txBody>
          <a:bodyPr anchorCtr="0" anchor="b" bIns="0" lIns="182875" spcFirstLastPara="1" rIns="0" wrap="square" tIns="0">
            <a:noAutofit/>
          </a:bodyPr>
          <a:lstStyle>
            <a:lvl1pPr indent="-228600" lvl="0" marL="457200" algn="l">
              <a:spcBef>
                <a:spcPts val="0"/>
              </a:spcBef>
              <a:spcAft>
                <a:spcPts val="0"/>
              </a:spcAft>
              <a:buClr>
                <a:schemeClr val="dk2"/>
              </a:buClr>
              <a:buSzPts val="4200"/>
              <a:buNone/>
              <a:defRPr b="1" sz="4200" cap="none">
                <a:solidFill>
                  <a:schemeClr val="dk2"/>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0" name="Google Shape;40;p3"/>
          <p:cNvSpPr txBox="1"/>
          <p:nvPr>
            <p:ph idx="26" type="body"/>
          </p:nvPr>
        </p:nvSpPr>
        <p:spPr>
          <a:xfrm>
            <a:off x="683867" y="28758775"/>
            <a:ext cx="11310909" cy="612648"/>
          </a:xfrm>
          <a:prstGeom prst="rect">
            <a:avLst/>
          </a:prstGeom>
          <a:noFill/>
          <a:ln>
            <a:noFill/>
          </a:ln>
        </p:spPr>
        <p:txBody>
          <a:bodyPr anchorCtr="0" anchor="b" bIns="0" lIns="182875" spcFirstLastPara="1" rIns="0" wrap="square" tIns="0">
            <a:noAutofit/>
          </a:bodyPr>
          <a:lstStyle>
            <a:lvl1pPr indent="-228600" lvl="0" marL="457200" algn="l">
              <a:spcBef>
                <a:spcPts val="0"/>
              </a:spcBef>
              <a:spcAft>
                <a:spcPts val="0"/>
              </a:spcAft>
              <a:buClr>
                <a:schemeClr val="dk2"/>
              </a:buClr>
              <a:buSzPts val="4200"/>
              <a:buNone/>
              <a:defRPr b="1" sz="4200" cap="none">
                <a:solidFill>
                  <a:schemeClr val="dk2"/>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1" name="Google Shape;41;p3"/>
          <p:cNvSpPr txBox="1"/>
          <p:nvPr>
            <p:ph idx="27" type="body"/>
          </p:nvPr>
        </p:nvSpPr>
        <p:spPr>
          <a:xfrm>
            <a:off x="12725400" y="28758775"/>
            <a:ext cx="11310909" cy="612648"/>
          </a:xfrm>
          <a:prstGeom prst="rect">
            <a:avLst/>
          </a:prstGeom>
          <a:noFill/>
          <a:ln>
            <a:noFill/>
          </a:ln>
        </p:spPr>
        <p:txBody>
          <a:bodyPr anchorCtr="0" anchor="b" bIns="0" lIns="182875" spcFirstLastPara="1" rIns="0" wrap="square" tIns="0">
            <a:noAutofit/>
          </a:bodyPr>
          <a:lstStyle>
            <a:lvl1pPr indent="-228600" lvl="0" marL="457200" algn="l">
              <a:spcBef>
                <a:spcPts val="0"/>
              </a:spcBef>
              <a:spcAft>
                <a:spcPts val="0"/>
              </a:spcAft>
              <a:buClr>
                <a:schemeClr val="dk2"/>
              </a:buClr>
              <a:buSzPts val="4200"/>
              <a:buNone/>
              <a:defRPr b="1" sz="4200" cap="none">
                <a:solidFill>
                  <a:schemeClr val="dk2"/>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2" name="Google Shape;42;p3"/>
          <p:cNvSpPr txBox="1"/>
          <p:nvPr>
            <p:ph idx="28" type="body"/>
          </p:nvPr>
        </p:nvSpPr>
        <p:spPr>
          <a:xfrm>
            <a:off x="24688800" y="28758775"/>
            <a:ext cx="11310909" cy="612648"/>
          </a:xfrm>
          <a:prstGeom prst="rect">
            <a:avLst/>
          </a:prstGeom>
          <a:noFill/>
          <a:ln>
            <a:noFill/>
          </a:ln>
        </p:spPr>
        <p:txBody>
          <a:bodyPr anchorCtr="0" anchor="b" bIns="0" lIns="182875" spcFirstLastPara="1" rIns="0" wrap="square" tIns="0">
            <a:noAutofit/>
          </a:bodyPr>
          <a:lstStyle>
            <a:lvl1pPr indent="-228600" lvl="0" marL="457200" algn="l">
              <a:spcBef>
                <a:spcPts val="0"/>
              </a:spcBef>
              <a:spcAft>
                <a:spcPts val="0"/>
              </a:spcAft>
              <a:buClr>
                <a:schemeClr val="dk2"/>
              </a:buClr>
              <a:buSzPts val="4200"/>
              <a:buNone/>
              <a:defRPr b="1" sz="4200" cap="none">
                <a:solidFill>
                  <a:schemeClr val="dk2"/>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lorful-Boxed Headings">
  <p:cSld name="*Colorful-Boxed Headings">
    <p:spTree>
      <p:nvGrpSpPr>
        <p:cNvPr id="43" name="Shape 43"/>
        <p:cNvGrpSpPr/>
        <p:nvPr/>
      </p:nvGrpSpPr>
      <p:grpSpPr>
        <a:xfrm>
          <a:off x="0" y="0"/>
          <a:ext cx="0" cy="0"/>
          <a:chOff x="0" y="0"/>
          <a:chExt cx="0" cy="0"/>
        </a:xfrm>
      </p:grpSpPr>
      <p:sp>
        <p:nvSpPr>
          <p:cNvPr id="44" name="Google Shape;44;p4"/>
          <p:cNvSpPr/>
          <p:nvPr/>
        </p:nvSpPr>
        <p:spPr>
          <a:xfrm>
            <a:off x="0" y="4760252"/>
            <a:ext cx="36576000" cy="1991833"/>
          </a:xfrm>
          <a:prstGeom prst="rect">
            <a:avLst/>
          </a:prstGeom>
          <a:solidFill>
            <a:schemeClr val="dk2"/>
          </a:solidFill>
          <a:ln>
            <a:noFill/>
          </a:ln>
        </p:spPr>
        <p:txBody>
          <a:bodyPr anchorCtr="0" anchor="ctr" bIns="162475" lIns="1624875" spcFirstLastPara="1" rIns="324975" wrap="square" tIns="162475">
            <a:noAutofit/>
          </a:bodyPr>
          <a:lstStyle/>
          <a:p>
            <a:pPr indent="0" lvl="0" marL="0" marR="0" rtl="0" algn="l">
              <a:spcBef>
                <a:spcPts val="0"/>
              </a:spcBef>
              <a:spcAft>
                <a:spcPts val="0"/>
              </a:spcAft>
              <a:buNone/>
            </a:pPr>
            <a:r>
              <a:t/>
            </a:r>
            <a:endParaRPr sz="2800">
              <a:solidFill>
                <a:srgbClr val="FFFFFF"/>
              </a:solidFill>
              <a:latin typeface="Arial"/>
              <a:ea typeface="Arial"/>
              <a:cs typeface="Arial"/>
              <a:sym typeface="Arial"/>
            </a:endParaRPr>
          </a:p>
        </p:txBody>
      </p:sp>
      <p:sp>
        <p:nvSpPr>
          <p:cNvPr id="45" name="Google Shape;45;p4"/>
          <p:cNvSpPr txBox="1"/>
          <p:nvPr>
            <p:ph idx="1" type="body"/>
          </p:nvPr>
        </p:nvSpPr>
        <p:spPr>
          <a:xfrm>
            <a:off x="1331120" y="5085098"/>
            <a:ext cx="30558581" cy="1342139"/>
          </a:xfrm>
          <a:prstGeom prst="rect">
            <a:avLst/>
          </a:prstGeom>
          <a:noFill/>
          <a:ln>
            <a:noFill/>
          </a:ln>
        </p:spPr>
        <p:txBody>
          <a:bodyPr anchorCtr="0" anchor="ctr" bIns="162525" lIns="0" spcFirstLastPara="1" rIns="0" wrap="square" tIns="0">
            <a:noAutofit/>
          </a:bodyPr>
          <a:lstStyle>
            <a:lvl1pPr indent="-228600" lvl="0" marL="457200" marR="0" algn="l">
              <a:lnSpc>
                <a:spcPct val="100000"/>
              </a:lnSpc>
              <a:spcBef>
                <a:spcPts val="0"/>
              </a:spcBef>
              <a:spcAft>
                <a:spcPts val="0"/>
              </a:spcAft>
              <a:buClr>
                <a:schemeClr val="lt1"/>
              </a:buClr>
              <a:buSzPts val="3200"/>
              <a:buFont typeface="Noto Sans Symbols"/>
              <a:buNone/>
              <a:defRPr sz="3200">
                <a:solidFill>
                  <a:schemeClr val="lt1"/>
                </a:solidFill>
              </a:defRPr>
            </a:lvl1pPr>
            <a:lvl2pPr indent="-228600" lvl="1" marL="914400" algn="l">
              <a:spcBef>
                <a:spcPts val="0"/>
              </a:spcBef>
              <a:spcAft>
                <a:spcPts val="0"/>
              </a:spcAft>
              <a:buClr>
                <a:srgbClr val="232425"/>
              </a:buClr>
              <a:buSzPts val="3200"/>
              <a:buNone/>
              <a:defRPr sz="3200"/>
            </a:lvl2pPr>
            <a:lvl3pPr indent="-228600" lvl="2" marL="1371600" algn="l">
              <a:spcBef>
                <a:spcPts val="0"/>
              </a:spcBef>
              <a:spcAft>
                <a:spcPts val="0"/>
              </a:spcAft>
              <a:buClr>
                <a:srgbClr val="232425"/>
              </a:buClr>
              <a:buSzPts val="3200"/>
              <a:buNone/>
              <a:defRPr sz="3200"/>
            </a:lvl3pPr>
            <a:lvl4pPr indent="-228600" lvl="3" marL="1828800" algn="l">
              <a:spcBef>
                <a:spcPts val="0"/>
              </a:spcBef>
              <a:spcAft>
                <a:spcPts val="0"/>
              </a:spcAft>
              <a:buClr>
                <a:srgbClr val="232425"/>
              </a:buClr>
              <a:buSzPts val="3200"/>
              <a:buNone/>
              <a:defRPr sz="3200"/>
            </a:lvl4pPr>
            <a:lvl5pPr indent="-228600" lvl="4" marL="2286000" algn="l">
              <a:spcBef>
                <a:spcPts val="0"/>
              </a:spcBef>
              <a:spcAft>
                <a:spcPts val="0"/>
              </a:spcAft>
              <a:buClr>
                <a:srgbClr val="232425"/>
              </a:buClr>
              <a:buSzPts val="3200"/>
              <a:buNone/>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6" name="Google Shape;46;p4"/>
          <p:cNvSpPr/>
          <p:nvPr/>
        </p:nvSpPr>
        <p:spPr>
          <a:xfrm>
            <a:off x="4" y="-1"/>
            <a:ext cx="36575995" cy="4797880"/>
          </a:xfrm>
          <a:prstGeom prst="rect">
            <a:avLst/>
          </a:prstGeom>
          <a:solidFill>
            <a:schemeClr val="accent2"/>
          </a:solidFill>
          <a:ln>
            <a:noFill/>
          </a:ln>
        </p:spPr>
        <p:txBody>
          <a:bodyPr anchorCtr="0" anchor="t" bIns="0" lIns="0" spcFirstLastPara="1" rIns="0" wrap="square" tIns="0">
            <a:noAutofit/>
          </a:bodyPr>
          <a:lstStyle/>
          <a:p>
            <a:pPr indent="0" lvl="0" marL="0" marR="0" rtl="0" algn="r">
              <a:spcBef>
                <a:spcPts val="0"/>
              </a:spcBef>
              <a:spcAft>
                <a:spcPts val="0"/>
              </a:spcAft>
              <a:buClr>
                <a:schemeClr val="dk1"/>
              </a:buClr>
              <a:buSzPts val="400"/>
              <a:buFont typeface="Noto Sans Symbols"/>
              <a:buNone/>
            </a:pPr>
            <a:r>
              <a:t/>
            </a:r>
            <a:endParaRPr b="1" sz="400">
              <a:solidFill>
                <a:srgbClr val="FFFFFF"/>
              </a:solidFill>
              <a:latin typeface="Arial"/>
              <a:ea typeface="Arial"/>
              <a:cs typeface="Arial"/>
              <a:sym typeface="Arial"/>
            </a:endParaRPr>
          </a:p>
        </p:txBody>
      </p:sp>
      <p:sp>
        <p:nvSpPr>
          <p:cNvPr id="47" name="Google Shape;47;p4"/>
          <p:cNvSpPr txBox="1"/>
          <p:nvPr>
            <p:ph type="title"/>
          </p:nvPr>
        </p:nvSpPr>
        <p:spPr>
          <a:xfrm>
            <a:off x="1382919" y="898525"/>
            <a:ext cx="30836961" cy="2631971"/>
          </a:xfrm>
          <a:prstGeom prst="rect">
            <a:avLst/>
          </a:prstGeom>
          <a:noFill/>
          <a:ln>
            <a:noFill/>
          </a:ln>
        </p:spPr>
        <p:txBody>
          <a:bodyPr anchorCtr="0" anchor="b" bIns="0" lIns="0" spcFirstLastPara="1" rIns="0" wrap="square" tIns="0">
            <a:noAutofit/>
          </a:bodyPr>
          <a:lstStyle>
            <a:lvl1pPr lvl="0" algn="l">
              <a:lnSpc>
                <a:spcPct val="95000"/>
              </a:lnSpc>
              <a:spcBef>
                <a:spcPts val="0"/>
              </a:spcBef>
              <a:spcAft>
                <a:spcPts val="0"/>
              </a:spcAft>
              <a:buClr>
                <a:schemeClr val="lt1"/>
              </a:buClr>
              <a:buSzPts val="10000"/>
              <a:buFont typeface="Arial"/>
              <a:buNone/>
              <a:defRPr b="1" sz="10000" cap="none">
                <a:solidFill>
                  <a:schemeClr val="lt1"/>
                </a:solidFill>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4"/>
          <p:cNvSpPr txBox="1"/>
          <p:nvPr>
            <p:ph idx="2" type="body"/>
          </p:nvPr>
        </p:nvSpPr>
        <p:spPr>
          <a:xfrm>
            <a:off x="1382918" y="3662893"/>
            <a:ext cx="30817421" cy="855566"/>
          </a:xfrm>
          <a:prstGeom prst="rect">
            <a:avLst/>
          </a:prstGeom>
          <a:noFill/>
          <a:ln>
            <a:noFill/>
          </a:ln>
        </p:spPr>
        <p:txBody>
          <a:bodyPr anchorCtr="0" anchor="t" bIns="162525" lIns="0" spcFirstLastPara="1" rIns="0" wrap="square" tIns="0">
            <a:noAutofit/>
          </a:bodyPr>
          <a:lstStyle>
            <a:lvl1pPr indent="-228600" lvl="0" marL="457200" algn="l">
              <a:spcBef>
                <a:spcPts val="2130"/>
              </a:spcBef>
              <a:spcAft>
                <a:spcPts val="0"/>
              </a:spcAft>
              <a:buClr>
                <a:srgbClr val="FFFFFF"/>
              </a:buClr>
              <a:buSzPts val="6000"/>
              <a:buNone/>
              <a:defRPr sz="6000">
                <a:solidFill>
                  <a:srgbClr val="FFFFFF"/>
                </a:solidFill>
              </a:defRPr>
            </a:lvl1pPr>
            <a:lvl2pPr indent="-228600" lvl="1" marL="914400" algn="l">
              <a:spcBef>
                <a:spcPts val="0"/>
              </a:spcBef>
              <a:spcAft>
                <a:spcPts val="0"/>
              </a:spcAft>
              <a:buClr>
                <a:srgbClr val="232425"/>
              </a:buClr>
              <a:buSzPts val="4600"/>
              <a:buNone/>
              <a:defRPr/>
            </a:lvl2pPr>
            <a:lvl3pPr indent="-228600" lvl="2" marL="1371600" algn="l">
              <a:spcBef>
                <a:spcPts val="0"/>
              </a:spcBef>
              <a:spcAft>
                <a:spcPts val="0"/>
              </a:spcAft>
              <a:buClr>
                <a:srgbClr val="232425"/>
              </a:buClr>
              <a:buSzPts val="4600"/>
              <a:buNone/>
              <a:defRPr/>
            </a:lvl3pPr>
            <a:lvl4pPr indent="-228600" lvl="3" marL="1828800" algn="l">
              <a:spcBef>
                <a:spcPts val="0"/>
              </a:spcBef>
              <a:spcAft>
                <a:spcPts val="0"/>
              </a:spcAft>
              <a:buClr>
                <a:srgbClr val="232425"/>
              </a:buClr>
              <a:buSzPts val="4300"/>
              <a:buNone/>
              <a:defRPr/>
            </a:lvl4pPr>
            <a:lvl5pPr indent="-228600" lvl="4" marL="2286000" algn="l">
              <a:spcBef>
                <a:spcPts val="0"/>
              </a:spcBef>
              <a:spcAft>
                <a:spcPts val="0"/>
              </a:spcAft>
              <a:buClr>
                <a:srgbClr val="232425"/>
              </a:buClr>
              <a:buSzPts val="4300"/>
              <a:buNone/>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49" name="Google Shape;49;p4"/>
          <p:cNvSpPr txBox="1"/>
          <p:nvPr>
            <p:ph idx="3" type="body"/>
          </p:nvPr>
        </p:nvSpPr>
        <p:spPr>
          <a:xfrm>
            <a:off x="18625638" y="7221408"/>
            <a:ext cx="8239760" cy="7268315"/>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0" name="Google Shape;50;p4"/>
          <p:cNvSpPr txBox="1"/>
          <p:nvPr>
            <p:ph idx="4" type="body"/>
          </p:nvPr>
        </p:nvSpPr>
        <p:spPr>
          <a:xfrm>
            <a:off x="27604257" y="7221408"/>
            <a:ext cx="8239760" cy="7268315"/>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1" name="Google Shape;51;p4"/>
          <p:cNvSpPr txBox="1"/>
          <p:nvPr>
            <p:ph idx="5" type="body"/>
          </p:nvPr>
        </p:nvSpPr>
        <p:spPr>
          <a:xfrm>
            <a:off x="683867" y="7221408"/>
            <a:ext cx="17140114" cy="7338654"/>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2" name="Google Shape;52;p4"/>
          <p:cNvSpPr/>
          <p:nvPr>
            <p:ph idx="6" type="pic"/>
          </p:nvPr>
        </p:nvSpPr>
        <p:spPr>
          <a:xfrm>
            <a:off x="18955313" y="11655577"/>
            <a:ext cx="7666791" cy="2552792"/>
          </a:xfrm>
          <a:prstGeom prst="rect">
            <a:avLst/>
          </a:prstGeom>
          <a:solidFill>
            <a:srgbClr val="D8D8D8"/>
          </a:solidFill>
          <a:ln>
            <a:noFill/>
          </a:ln>
        </p:spPr>
      </p:sp>
      <p:sp>
        <p:nvSpPr>
          <p:cNvPr id="53" name="Google Shape;53;p4"/>
          <p:cNvSpPr/>
          <p:nvPr>
            <p:ph idx="7" type="pic"/>
          </p:nvPr>
        </p:nvSpPr>
        <p:spPr>
          <a:xfrm>
            <a:off x="27845031" y="11655577"/>
            <a:ext cx="7666791" cy="2552792"/>
          </a:xfrm>
          <a:prstGeom prst="rect">
            <a:avLst/>
          </a:prstGeom>
          <a:solidFill>
            <a:srgbClr val="D8D8D8"/>
          </a:solidFill>
          <a:ln>
            <a:noFill/>
          </a:ln>
        </p:spPr>
      </p:sp>
      <p:sp>
        <p:nvSpPr>
          <p:cNvPr id="54" name="Google Shape;54;p4"/>
          <p:cNvSpPr txBox="1"/>
          <p:nvPr>
            <p:ph idx="8" type="body"/>
          </p:nvPr>
        </p:nvSpPr>
        <p:spPr>
          <a:xfrm>
            <a:off x="683867" y="7228392"/>
            <a:ext cx="17139920" cy="609600"/>
          </a:xfrm>
          <a:prstGeom prst="rect">
            <a:avLst/>
          </a:prstGeom>
          <a:solidFill>
            <a:schemeClr val="accent2"/>
          </a:solidFill>
          <a:ln>
            <a:noFill/>
          </a:ln>
        </p:spPr>
        <p:txBody>
          <a:bodyPr anchorCtr="0" anchor="b" bIns="0" lIns="182875" spcFirstLastPara="1" rIns="0" wrap="square" tIns="0">
            <a:noAutofit/>
          </a:bodyPr>
          <a:lstStyle>
            <a:lvl1pPr indent="-228600" lvl="0" marL="457200" algn="ctr">
              <a:spcBef>
                <a:spcPts val="0"/>
              </a:spcBef>
              <a:spcAft>
                <a:spcPts val="0"/>
              </a:spcAft>
              <a:buClr>
                <a:schemeClr val="lt1"/>
              </a:buClr>
              <a:buSzPts val="4200"/>
              <a:buNone/>
              <a:defRPr b="1" sz="4200" cap="none">
                <a:solidFill>
                  <a:schemeClr val="lt1"/>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5" name="Google Shape;55;p4"/>
          <p:cNvSpPr txBox="1"/>
          <p:nvPr>
            <p:ph idx="9" type="body"/>
          </p:nvPr>
        </p:nvSpPr>
        <p:spPr>
          <a:xfrm>
            <a:off x="18625638" y="7228391"/>
            <a:ext cx="8239760" cy="609600"/>
          </a:xfrm>
          <a:prstGeom prst="rect">
            <a:avLst/>
          </a:prstGeom>
          <a:solidFill>
            <a:schemeClr val="accent2"/>
          </a:solidFill>
          <a:ln>
            <a:noFill/>
          </a:ln>
        </p:spPr>
        <p:txBody>
          <a:bodyPr anchorCtr="0" anchor="b" bIns="0" lIns="182875" spcFirstLastPara="1" rIns="0" wrap="square" tIns="0">
            <a:noAutofit/>
          </a:bodyPr>
          <a:lstStyle>
            <a:lvl1pPr indent="-228600" lvl="0" marL="457200" algn="ctr">
              <a:spcBef>
                <a:spcPts val="0"/>
              </a:spcBef>
              <a:spcAft>
                <a:spcPts val="0"/>
              </a:spcAft>
              <a:buClr>
                <a:schemeClr val="lt1"/>
              </a:buClr>
              <a:buSzPts val="4200"/>
              <a:buNone/>
              <a:defRPr b="1" sz="4200" cap="none">
                <a:solidFill>
                  <a:schemeClr val="lt1"/>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6" name="Google Shape;56;p4"/>
          <p:cNvSpPr txBox="1"/>
          <p:nvPr>
            <p:ph idx="13" type="body"/>
          </p:nvPr>
        </p:nvSpPr>
        <p:spPr>
          <a:xfrm>
            <a:off x="27604257" y="7228391"/>
            <a:ext cx="8239760" cy="609600"/>
          </a:xfrm>
          <a:prstGeom prst="rect">
            <a:avLst/>
          </a:prstGeom>
          <a:solidFill>
            <a:schemeClr val="accent2"/>
          </a:solidFill>
          <a:ln>
            <a:noFill/>
          </a:ln>
        </p:spPr>
        <p:txBody>
          <a:bodyPr anchorCtr="0" anchor="b" bIns="0" lIns="182875" spcFirstLastPara="1" rIns="0" wrap="square" tIns="0">
            <a:noAutofit/>
          </a:bodyPr>
          <a:lstStyle>
            <a:lvl1pPr indent="-228600" lvl="0" marL="457200" algn="ctr">
              <a:spcBef>
                <a:spcPts val="0"/>
              </a:spcBef>
              <a:spcAft>
                <a:spcPts val="0"/>
              </a:spcAft>
              <a:buClr>
                <a:schemeClr val="lt1"/>
              </a:buClr>
              <a:buSzPts val="4200"/>
              <a:buNone/>
              <a:defRPr b="1" sz="4200" cap="none">
                <a:solidFill>
                  <a:schemeClr val="lt1"/>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7" name="Google Shape;57;p4"/>
          <p:cNvSpPr txBox="1"/>
          <p:nvPr>
            <p:ph idx="14" type="body"/>
          </p:nvPr>
        </p:nvSpPr>
        <p:spPr>
          <a:xfrm>
            <a:off x="18692972" y="15016561"/>
            <a:ext cx="17249981" cy="1325950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8" name="Google Shape;58;p4"/>
          <p:cNvSpPr txBox="1"/>
          <p:nvPr>
            <p:ph idx="15" type="body"/>
          </p:nvPr>
        </p:nvSpPr>
        <p:spPr>
          <a:xfrm>
            <a:off x="683867" y="15016561"/>
            <a:ext cx="17182102" cy="1325950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59" name="Google Shape;59;p4"/>
          <p:cNvSpPr/>
          <p:nvPr>
            <p:ph idx="16" type="pic"/>
          </p:nvPr>
        </p:nvSpPr>
        <p:spPr>
          <a:xfrm>
            <a:off x="1006595" y="18358338"/>
            <a:ext cx="16582974" cy="9566031"/>
          </a:xfrm>
          <a:prstGeom prst="rect">
            <a:avLst/>
          </a:prstGeom>
          <a:solidFill>
            <a:srgbClr val="D8D8D8"/>
          </a:solidFill>
          <a:ln>
            <a:noFill/>
          </a:ln>
        </p:spPr>
      </p:sp>
      <p:sp>
        <p:nvSpPr>
          <p:cNvPr id="60" name="Google Shape;60;p4"/>
          <p:cNvSpPr/>
          <p:nvPr>
            <p:ph idx="17" type="pic"/>
          </p:nvPr>
        </p:nvSpPr>
        <p:spPr>
          <a:xfrm>
            <a:off x="19043585" y="18358338"/>
            <a:ext cx="8036723" cy="4572000"/>
          </a:xfrm>
          <a:prstGeom prst="rect">
            <a:avLst/>
          </a:prstGeom>
          <a:solidFill>
            <a:srgbClr val="D8D8D8"/>
          </a:solidFill>
          <a:ln>
            <a:noFill/>
          </a:ln>
        </p:spPr>
      </p:sp>
      <p:sp>
        <p:nvSpPr>
          <p:cNvPr id="61" name="Google Shape;61;p4"/>
          <p:cNvSpPr/>
          <p:nvPr>
            <p:ph idx="18" type="pic"/>
          </p:nvPr>
        </p:nvSpPr>
        <p:spPr>
          <a:xfrm>
            <a:off x="19043585" y="23317200"/>
            <a:ext cx="8036723" cy="4572000"/>
          </a:xfrm>
          <a:prstGeom prst="rect">
            <a:avLst/>
          </a:prstGeom>
          <a:solidFill>
            <a:srgbClr val="D8D8D8"/>
          </a:solidFill>
          <a:ln>
            <a:noFill/>
          </a:ln>
        </p:spPr>
      </p:sp>
      <p:sp>
        <p:nvSpPr>
          <p:cNvPr id="62" name="Google Shape;62;p4"/>
          <p:cNvSpPr/>
          <p:nvPr>
            <p:ph idx="19" type="pic"/>
          </p:nvPr>
        </p:nvSpPr>
        <p:spPr>
          <a:xfrm>
            <a:off x="27660600" y="18358338"/>
            <a:ext cx="8036723" cy="4572000"/>
          </a:xfrm>
          <a:prstGeom prst="rect">
            <a:avLst/>
          </a:prstGeom>
          <a:solidFill>
            <a:srgbClr val="D8D8D8"/>
          </a:solidFill>
          <a:ln>
            <a:noFill/>
          </a:ln>
        </p:spPr>
      </p:sp>
      <p:sp>
        <p:nvSpPr>
          <p:cNvPr id="63" name="Google Shape;63;p4"/>
          <p:cNvSpPr/>
          <p:nvPr>
            <p:ph idx="20" type="pic"/>
          </p:nvPr>
        </p:nvSpPr>
        <p:spPr>
          <a:xfrm>
            <a:off x="27660600" y="23317200"/>
            <a:ext cx="8036723" cy="4572000"/>
          </a:xfrm>
          <a:prstGeom prst="rect">
            <a:avLst/>
          </a:prstGeom>
          <a:solidFill>
            <a:srgbClr val="D8D8D8"/>
          </a:solidFill>
          <a:ln>
            <a:noFill/>
          </a:ln>
        </p:spPr>
      </p:sp>
      <p:sp>
        <p:nvSpPr>
          <p:cNvPr id="64" name="Google Shape;64;p4"/>
          <p:cNvSpPr txBox="1"/>
          <p:nvPr>
            <p:ph idx="21" type="body"/>
          </p:nvPr>
        </p:nvSpPr>
        <p:spPr>
          <a:xfrm>
            <a:off x="683867" y="15016561"/>
            <a:ext cx="17139920" cy="609600"/>
          </a:xfrm>
          <a:prstGeom prst="rect">
            <a:avLst/>
          </a:prstGeom>
          <a:solidFill>
            <a:schemeClr val="accent2"/>
          </a:solidFill>
          <a:ln>
            <a:noFill/>
          </a:ln>
        </p:spPr>
        <p:txBody>
          <a:bodyPr anchorCtr="0" anchor="b" bIns="0" lIns="182875" spcFirstLastPara="1" rIns="0" wrap="square" tIns="0">
            <a:noAutofit/>
          </a:bodyPr>
          <a:lstStyle>
            <a:lvl1pPr indent="-228600" lvl="0" marL="457200" algn="ctr">
              <a:spcBef>
                <a:spcPts val="0"/>
              </a:spcBef>
              <a:spcAft>
                <a:spcPts val="0"/>
              </a:spcAft>
              <a:buClr>
                <a:schemeClr val="lt1"/>
              </a:buClr>
              <a:buSzPts val="4200"/>
              <a:buNone/>
              <a:defRPr b="1" sz="4200" cap="none">
                <a:solidFill>
                  <a:schemeClr val="lt1"/>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p4"/>
          <p:cNvSpPr txBox="1"/>
          <p:nvPr>
            <p:ph idx="22" type="body"/>
          </p:nvPr>
        </p:nvSpPr>
        <p:spPr>
          <a:xfrm>
            <a:off x="18745200" y="15016561"/>
            <a:ext cx="17139920" cy="609600"/>
          </a:xfrm>
          <a:prstGeom prst="rect">
            <a:avLst/>
          </a:prstGeom>
          <a:solidFill>
            <a:schemeClr val="accent2"/>
          </a:solidFill>
          <a:ln>
            <a:noFill/>
          </a:ln>
        </p:spPr>
        <p:txBody>
          <a:bodyPr anchorCtr="0" anchor="b" bIns="0" lIns="182875" spcFirstLastPara="1" rIns="0" wrap="square" tIns="0">
            <a:noAutofit/>
          </a:bodyPr>
          <a:lstStyle>
            <a:lvl1pPr indent="-228600" lvl="0" marL="457200" algn="ctr">
              <a:spcBef>
                <a:spcPts val="0"/>
              </a:spcBef>
              <a:spcAft>
                <a:spcPts val="0"/>
              </a:spcAft>
              <a:buClr>
                <a:schemeClr val="lt1"/>
              </a:buClr>
              <a:buSzPts val="4200"/>
              <a:buNone/>
              <a:defRPr b="1" sz="4200" cap="none">
                <a:solidFill>
                  <a:schemeClr val="lt1"/>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6" name="Google Shape;66;p4"/>
          <p:cNvSpPr txBox="1"/>
          <p:nvPr>
            <p:ph idx="23" type="body"/>
          </p:nvPr>
        </p:nvSpPr>
        <p:spPr>
          <a:xfrm>
            <a:off x="683867" y="28696268"/>
            <a:ext cx="11310909" cy="513653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7" name="Google Shape;67;p4"/>
          <p:cNvSpPr txBox="1"/>
          <p:nvPr>
            <p:ph idx="24" type="body"/>
          </p:nvPr>
        </p:nvSpPr>
        <p:spPr>
          <a:xfrm>
            <a:off x="12686334" y="28696268"/>
            <a:ext cx="11310909" cy="513653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8" name="Google Shape;68;p4"/>
          <p:cNvSpPr txBox="1"/>
          <p:nvPr>
            <p:ph idx="25" type="body"/>
          </p:nvPr>
        </p:nvSpPr>
        <p:spPr>
          <a:xfrm>
            <a:off x="24688800" y="28696268"/>
            <a:ext cx="11310909" cy="5136532"/>
          </a:xfrm>
          <a:prstGeom prst="rect">
            <a:avLst/>
          </a:prstGeom>
          <a:noFill/>
          <a:ln cap="flat" cmpd="sng" w="9525">
            <a:solidFill>
              <a:srgbClr val="B4B4B6"/>
            </a:solidFill>
            <a:prstDash val="solid"/>
            <a:round/>
            <a:headEnd len="sm" w="sm" type="none"/>
            <a:tailEnd len="sm" w="sm" type="none"/>
          </a:ln>
        </p:spPr>
        <p:txBody>
          <a:bodyPr anchorCtr="0" anchor="t" bIns="256000" lIns="256000" spcFirstLastPara="1" rIns="256000" wrap="square" tIns="768000">
            <a:noAutofit/>
          </a:bodyPr>
          <a:lstStyle>
            <a:lvl1pPr indent="-431800" lvl="0" marL="457200" algn="l">
              <a:lnSpc>
                <a:spcPct val="95000"/>
              </a:lnSpc>
              <a:spcBef>
                <a:spcPts val="1200"/>
              </a:spcBef>
              <a:spcAft>
                <a:spcPts val="0"/>
              </a:spcAft>
              <a:buClr>
                <a:srgbClr val="232425"/>
              </a:buClr>
              <a:buSzPts val="3200"/>
              <a:buFont typeface="Noto Sans Symbols"/>
              <a:buChar char="▪"/>
              <a:defRPr b="0" sz="3200">
                <a:solidFill>
                  <a:srgbClr val="232425"/>
                </a:solidFill>
              </a:defRPr>
            </a:lvl1pPr>
            <a:lvl2pPr indent="-431800" lvl="1" marL="914400" algn="l">
              <a:lnSpc>
                <a:spcPct val="95000"/>
              </a:lnSpc>
              <a:spcBef>
                <a:spcPts val="0"/>
              </a:spcBef>
              <a:spcAft>
                <a:spcPts val="0"/>
              </a:spcAft>
              <a:buClr>
                <a:srgbClr val="232425"/>
              </a:buClr>
              <a:buSzPts val="3200"/>
              <a:buFont typeface="Arial"/>
              <a:buChar char="−"/>
              <a:defRPr sz="3200"/>
            </a:lvl2pPr>
            <a:lvl3pPr indent="-431800" lvl="2" marL="1371600" algn="l">
              <a:lnSpc>
                <a:spcPct val="95000"/>
              </a:lnSpc>
              <a:spcBef>
                <a:spcPts val="0"/>
              </a:spcBef>
              <a:spcAft>
                <a:spcPts val="0"/>
              </a:spcAft>
              <a:buClr>
                <a:srgbClr val="232425"/>
              </a:buClr>
              <a:buSzPts val="3200"/>
              <a:buFont typeface="Arial"/>
              <a:buChar char="•"/>
              <a:defRPr sz="3200"/>
            </a:lvl3pPr>
            <a:lvl4pPr indent="-431800" lvl="3" marL="1828800" algn="l">
              <a:lnSpc>
                <a:spcPct val="95000"/>
              </a:lnSpc>
              <a:spcBef>
                <a:spcPts val="0"/>
              </a:spcBef>
              <a:spcAft>
                <a:spcPts val="0"/>
              </a:spcAft>
              <a:buClr>
                <a:srgbClr val="232425"/>
              </a:buClr>
              <a:buSzPts val="3200"/>
              <a:buFont typeface="Arial"/>
              <a:buChar char="−"/>
              <a:defRPr sz="3200"/>
            </a:lvl4pPr>
            <a:lvl5pPr indent="-431800" lvl="4" marL="2286000" algn="l">
              <a:lnSpc>
                <a:spcPct val="95000"/>
              </a:lnSpc>
              <a:spcBef>
                <a:spcPts val="0"/>
              </a:spcBef>
              <a:spcAft>
                <a:spcPts val="0"/>
              </a:spcAft>
              <a:buClr>
                <a:srgbClr val="232425"/>
              </a:buClr>
              <a:buSzPts val="3200"/>
              <a:buChar char="»"/>
              <a:defRPr sz="3200"/>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9" name="Google Shape;69;p4"/>
          <p:cNvSpPr txBox="1"/>
          <p:nvPr>
            <p:ph idx="26" type="body"/>
          </p:nvPr>
        </p:nvSpPr>
        <p:spPr>
          <a:xfrm>
            <a:off x="683867" y="28758775"/>
            <a:ext cx="11310909" cy="612648"/>
          </a:xfrm>
          <a:prstGeom prst="rect">
            <a:avLst/>
          </a:prstGeom>
          <a:solidFill>
            <a:schemeClr val="accent2"/>
          </a:solidFill>
          <a:ln>
            <a:noFill/>
          </a:ln>
        </p:spPr>
        <p:txBody>
          <a:bodyPr anchorCtr="0" anchor="b" bIns="0" lIns="182875" spcFirstLastPara="1" rIns="0" wrap="square" tIns="0">
            <a:noAutofit/>
          </a:bodyPr>
          <a:lstStyle>
            <a:lvl1pPr indent="-228600" lvl="0" marL="457200" algn="ctr">
              <a:spcBef>
                <a:spcPts val="0"/>
              </a:spcBef>
              <a:spcAft>
                <a:spcPts val="0"/>
              </a:spcAft>
              <a:buClr>
                <a:schemeClr val="lt1"/>
              </a:buClr>
              <a:buSzPts val="4200"/>
              <a:buNone/>
              <a:defRPr b="1" sz="4200" cap="none">
                <a:solidFill>
                  <a:schemeClr val="lt1"/>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0" name="Google Shape;70;p4"/>
          <p:cNvSpPr txBox="1"/>
          <p:nvPr>
            <p:ph idx="27" type="body"/>
          </p:nvPr>
        </p:nvSpPr>
        <p:spPr>
          <a:xfrm>
            <a:off x="12725400" y="28758775"/>
            <a:ext cx="11310909" cy="612648"/>
          </a:xfrm>
          <a:prstGeom prst="rect">
            <a:avLst/>
          </a:prstGeom>
          <a:solidFill>
            <a:schemeClr val="accent2"/>
          </a:solidFill>
          <a:ln>
            <a:noFill/>
          </a:ln>
        </p:spPr>
        <p:txBody>
          <a:bodyPr anchorCtr="0" anchor="b" bIns="0" lIns="182875" spcFirstLastPara="1" rIns="0" wrap="square" tIns="0">
            <a:noAutofit/>
          </a:bodyPr>
          <a:lstStyle>
            <a:lvl1pPr indent="-228600" lvl="0" marL="457200" algn="ctr">
              <a:spcBef>
                <a:spcPts val="0"/>
              </a:spcBef>
              <a:spcAft>
                <a:spcPts val="0"/>
              </a:spcAft>
              <a:buClr>
                <a:schemeClr val="lt1"/>
              </a:buClr>
              <a:buSzPts val="4200"/>
              <a:buNone/>
              <a:defRPr b="1" sz="4200" cap="none">
                <a:solidFill>
                  <a:schemeClr val="lt1"/>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
          <p:cNvSpPr txBox="1"/>
          <p:nvPr>
            <p:ph idx="28" type="body"/>
          </p:nvPr>
        </p:nvSpPr>
        <p:spPr>
          <a:xfrm>
            <a:off x="24688800" y="28758775"/>
            <a:ext cx="11310909" cy="612648"/>
          </a:xfrm>
          <a:prstGeom prst="rect">
            <a:avLst/>
          </a:prstGeom>
          <a:solidFill>
            <a:schemeClr val="accent2"/>
          </a:solidFill>
          <a:ln>
            <a:noFill/>
          </a:ln>
        </p:spPr>
        <p:txBody>
          <a:bodyPr anchorCtr="0" anchor="b" bIns="0" lIns="182875" spcFirstLastPara="1" rIns="0" wrap="square" tIns="0">
            <a:noAutofit/>
          </a:bodyPr>
          <a:lstStyle>
            <a:lvl1pPr indent="-228600" lvl="0" marL="457200" algn="ctr">
              <a:spcBef>
                <a:spcPts val="0"/>
              </a:spcBef>
              <a:spcAft>
                <a:spcPts val="0"/>
              </a:spcAft>
              <a:buClr>
                <a:schemeClr val="lt1"/>
              </a:buClr>
              <a:buSzPts val="4200"/>
              <a:buNone/>
              <a:defRPr b="1" sz="4200" cap="none">
                <a:solidFill>
                  <a:schemeClr val="lt1"/>
                </a:solidFill>
              </a:defRPr>
            </a:lvl1pPr>
            <a:lvl2pPr indent="-520700" lvl="1" marL="914400" algn="ctr">
              <a:spcBef>
                <a:spcPts val="0"/>
              </a:spcBef>
              <a:spcAft>
                <a:spcPts val="0"/>
              </a:spcAft>
              <a:buClr>
                <a:schemeClr val="lt1"/>
              </a:buClr>
              <a:buSzPts val="4600"/>
              <a:buChar char="–"/>
              <a:defRPr b="1">
                <a:solidFill>
                  <a:schemeClr val="lt1"/>
                </a:solidFill>
              </a:defRPr>
            </a:lvl2pPr>
            <a:lvl3pPr indent="-520700" lvl="2" marL="1371600" algn="ctr">
              <a:spcBef>
                <a:spcPts val="0"/>
              </a:spcBef>
              <a:spcAft>
                <a:spcPts val="0"/>
              </a:spcAft>
              <a:buClr>
                <a:schemeClr val="lt1"/>
              </a:buClr>
              <a:buSzPts val="4600"/>
              <a:buChar char="•"/>
              <a:defRPr b="1">
                <a:solidFill>
                  <a:schemeClr val="lt1"/>
                </a:solidFill>
              </a:defRPr>
            </a:lvl3pPr>
            <a:lvl4pPr indent="-501650" lvl="3" marL="1828800" algn="ctr">
              <a:spcBef>
                <a:spcPts val="0"/>
              </a:spcBef>
              <a:spcAft>
                <a:spcPts val="0"/>
              </a:spcAft>
              <a:buClr>
                <a:schemeClr val="lt1"/>
              </a:buClr>
              <a:buSzPts val="4300"/>
              <a:buChar char="–"/>
              <a:defRPr b="1">
                <a:solidFill>
                  <a:schemeClr val="lt1"/>
                </a:solidFill>
              </a:defRPr>
            </a:lvl4pPr>
            <a:lvl5pPr indent="-501650" lvl="4" marL="2286000" algn="ctr">
              <a:spcBef>
                <a:spcPts val="0"/>
              </a:spcBef>
              <a:spcAft>
                <a:spcPts val="0"/>
              </a:spcAft>
              <a:buClr>
                <a:schemeClr val="lt1"/>
              </a:buClr>
              <a:buSzPts val="4300"/>
              <a:buChar char="»"/>
              <a:defRPr b="1">
                <a:solidFill>
                  <a:schemeClr val="lt1"/>
                </a:solidFill>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mc:AlternateContent>
    <mc:Choice Requires="p14">
      <p:transition p14:dur="25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26.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
          <p:cNvSpPr txBox="1"/>
          <p:nvPr>
            <p:ph type="title"/>
          </p:nvPr>
        </p:nvSpPr>
        <p:spPr>
          <a:xfrm>
            <a:off x="1828811" y="1464740"/>
            <a:ext cx="33491603" cy="4421056"/>
          </a:xfrm>
          <a:prstGeom prst="rect">
            <a:avLst/>
          </a:prstGeom>
          <a:noFill/>
          <a:ln>
            <a:noFill/>
          </a:ln>
        </p:spPr>
        <p:txBody>
          <a:bodyPr anchorCtr="0" anchor="b" bIns="0" lIns="0" spcFirstLastPara="1" rIns="0" wrap="square" tIns="0">
            <a:noAutofit/>
          </a:bodyPr>
          <a:lstStyle>
            <a:lvl1pPr lvl="0" marR="0" rtl="0" algn="l">
              <a:lnSpc>
                <a:spcPct val="95000"/>
              </a:lnSpc>
              <a:spcBef>
                <a:spcPts val="0"/>
              </a:spcBef>
              <a:spcAft>
                <a:spcPts val="0"/>
              </a:spcAft>
              <a:buClr>
                <a:srgbClr val="232425"/>
              </a:buClr>
              <a:buSzPts val="10000"/>
              <a:buFont typeface="Arial"/>
              <a:buNone/>
              <a:defRPr b="1" i="0" sz="10000" u="none" cap="none" strike="noStrike">
                <a:solidFill>
                  <a:srgbClr val="232425"/>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
          <p:cNvSpPr txBox="1"/>
          <p:nvPr>
            <p:ph idx="1" type="body"/>
          </p:nvPr>
        </p:nvSpPr>
        <p:spPr>
          <a:xfrm>
            <a:off x="1828811" y="9066643"/>
            <a:ext cx="33491603" cy="23588134"/>
          </a:xfrm>
          <a:prstGeom prst="rect">
            <a:avLst/>
          </a:prstGeom>
          <a:noFill/>
          <a:ln>
            <a:noFill/>
          </a:ln>
        </p:spPr>
        <p:txBody>
          <a:bodyPr anchorCtr="0" anchor="t" bIns="162525" lIns="0" spcFirstLastPara="1" rIns="0" wrap="square" tIns="0">
            <a:noAutofit/>
          </a:bodyPr>
          <a:lstStyle>
            <a:lvl1pPr indent="-520700" lvl="0" marL="457200" marR="0" rtl="0" algn="l">
              <a:spcBef>
                <a:spcPts val="2130"/>
              </a:spcBef>
              <a:spcAft>
                <a:spcPts val="0"/>
              </a:spcAft>
              <a:buClr>
                <a:srgbClr val="232425"/>
              </a:buClr>
              <a:buSzPts val="4600"/>
              <a:buFont typeface="Noto Sans Symbols"/>
              <a:buChar char="▪"/>
              <a:defRPr b="0" i="0" sz="4600" u="none" cap="none" strike="noStrike">
                <a:solidFill>
                  <a:srgbClr val="232425"/>
                </a:solidFill>
                <a:latin typeface="Arial"/>
                <a:ea typeface="Arial"/>
                <a:cs typeface="Arial"/>
                <a:sym typeface="Arial"/>
              </a:defRPr>
            </a:lvl1pPr>
            <a:lvl2pPr indent="-520700" lvl="1" marL="914400" marR="0" rtl="0" algn="l">
              <a:spcBef>
                <a:spcPts val="0"/>
              </a:spcBef>
              <a:spcAft>
                <a:spcPts val="0"/>
              </a:spcAft>
              <a:buClr>
                <a:srgbClr val="232425"/>
              </a:buClr>
              <a:buSzPts val="4600"/>
              <a:buFont typeface="Arial"/>
              <a:buChar char="–"/>
              <a:defRPr b="0" i="0" sz="4600" u="none" cap="none" strike="noStrike">
                <a:solidFill>
                  <a:srgbClr val="232425"/>
                </a:solidFill>
                <a:latin typeface="Arial"/>
                <a:ea typeface="Arial"/>
                <a:cs typeface="Arial"/>
                <a:sym typeface="Arial"/>
              </a:defRPr>
            </a:lvl2pPr>
            <a:lvl3pPr indent="-520700" lvl="2" marL="1371600" marR="0" rtl="0" algn="l">
              <a:spcBef>
                <a:spcPts val="0"/>
              </a:spcBef>
              <a:spcAft>
                <a:spcPts val="0"/>
              </a:spcAft>
              <a:buClr>
                <a:srgbClr val="232425"/>
              </a:buClr>
              <a:buSzPts val="4600"/>
              <a:buFont typeface="Arial"/>
              <a:buChar char="•"/>
              <a:defRPr b="0" i="0" sz="4600" u="none" cap="none" strike="noStrike">
                <a:solidFill>
                  <a:srgbClr val="232425"/>
                </a:solidFill>
                <a:latin typeface="Arial"/>
                <a:ea typeface="Arial"/>
                <a:cs typeface="Arial"/>
                <a:sym typeface="Arial"/>
              </a:defRPr>
            </a:lvl3pPr>
            <a:lvl4pPr indent="-501650" lvl="3" marL="1828800" marR="0" rtl="0" algn="l">
              <a:spcBef>
                <a:spcPts val="0"/>
              </a:spcBef>
              <a:spcAft>
                <a:spcPts val="0"/>
              </a:spcAft>
              <a:buClr>
                <a:srgbClr val="232425"/>
              </a:buClr>
              <a:buSzPts val="4300"/>
              <a:buFont typeface="Arial"/>
              <a:buChar char="–"/>
              <a:defRPr b="0" i="0" sz="4300" u="none" cap="none" strike="noStrike">
                <a:solidFill>
                  <a:srgbClr val="232425"/>
                </a:solidFill>
                <a:latin typeface="Arial"/>
                <a:ea typeface="Arial"/>
                <a:cs typeface="Arial"/>
                <a:sym typeface="Arial"/>
              </a:defRPr>
            </a:lvl4pPr>
            <a:lvl5pPr indent="-501650" lvl="4" marL="2286000" marR="0" rtl="0" algn="l">
              <a:spcBef>
                <a:spcPts val="0"/>
              </a:spcBef>
              <a:spcAft>
                <a:spcPts val="0"/>
              </a:spcAft>
              <a:buClr>
                <a:srgbClr val="232425"/>
              </a:buClr>
              <a:buSzPts val="4300"/>
              <a:buFont typeface="Arial"/>
              <a:buChar char="»"/>
              <a:defRPr b="0" i="0" sz="4300" u="none" cap="none" strike="noStrike">
                <a:solidFill>
                  <a:srgbClr val="232425"/>
                </a:solidFill>
                <a:latin typeface="Arial"/>
                <a:ea typeface="Arial"/>
                <a:cs typeface="Arial"/>
                <a:sym typeface="Arial"/>
              </a:defRPr>
            </a:lvl5pPr>
            <a:lvl6pPr indent="-679450" lvl="5" marL="2743200" marR="0" rtl="0" algn="l">
              <a:spcBef>
                <a:spcPts val="1420"/>
              </a:spcBef>
              <a:spcAft>
                <a:spcPts val="0"/>
              </a:spcAft>
              <a:buClr>
                <a:schemeClr val="dk1"/>
              </a:buClr>
              <a:buSzPts val="7100"/>
              <a:buFont typeface="Arial"/>
              <a:buChar char="•"/>
              <a:defRPr b="0" i="0" sz="7100" u="none" cap="none" strike="noStrike">
                <a:solidFill>
                  <a:schemeClr val="dk1"/>
                </a:solidFill>
                <a:latin typeface="Arial"/>
                <a:ea typeface="Arial"/>
                <a:cs typeface="Arial"/>
                <a:sym typeface="Arial"/>
              </a:defRPr>
            </a:lvl6pPr>
            <a:lvl7pPr indent="-679450" lvl="6" marL="3200400" marR="0" rtl="0" algn="l">
              <a:spcBef>
                <a:spcPts val="1420"/>
              </a:spcBef>
              <a:spcAft>
                <a:spcPts val="0"/>
              </a:spcAft>
              <a:buClr>
                <a:schemeClr val="dk1"/>
              </a:buClr>
              <a:buSzPts val="7100"/>
              <a:buFont typeface="Arial"/>
              <a:buChar char="•"/>
              <a:defRPr b="0" i="0" sz="7100" u="none" cap="none" strike="noStrike">
                <a:solidFill>
                  <a:schemeClr val="dk1"/>
                </a:solidFill>
                <a:latin typeface="Arial"/>
                <a:ea typeface="Arial"/>
                <a:cs typeface="Arial"/>
                <a:sym typeface="Arial"/>
              </a:defRPr>
            </a:lvl7pPr>
            <a:lvl8pPr indent="-679450" lvl="7" marL="3657600" marR="0" rtl="0" algn="l">
              <a:spcBef>
                <a:spcPts val="1420"/>
              </a:spcBef>
              <a:spcAft>
                <a:spcPts val="0"/>
              </a:spcAft>
              <a:buClr>
                <a:schemeClr val="dk1"/>
              </a:buClr>
              <a:buSzPts val="7100"/>
              <a:buFont typeface="Arial"/>
              <a:buChar char="•"/>
              <a:defRPr b="0" i="0" sz="7100" u="none" cap="none" strike="noStrike">
                <a:solidFill>
                  <a:schemeClr val="dk1"/>
                </a:solidFill>
                <a:latin typeface="Arial"/>
                <a:ea typeface="Arial"/>
                <a:cs typeface="Arial"/>
                <a:sym typeface="Arial"/>
              </a:defRPr>
            </a:lvl8pPr>
            <a:lvl9pPr indent="-679450" lvl="8" marL="4114800" marR="0" rtl="0" algn="l">
              <a:spcBef>
                <a:spcPts val="1420"/>
              </a:spcBef>
              <a:spcAft>
                <a:spcPts val="0"/>
              </a:spcAft>
              <a:buClr>
                <a:schemeClr val="dk1"/>
              </a:buClr>
              <a:buSzPts val="7100"/>
              <a:buFont typeface="Arial"/>
              <a:buChar char="•"/>
              <a:defRPr b="0" i="0" sz="7100" u="none" cap="none" strike="noStrike">
                <a:solidFill>
                  <a:schemeClr val="dk1"/>
                </a:solidFill>
                <a:latin typeface="Arial"/>
                <a:ea typeface="Arial"/>
                <a:cs typeface="Arial"/>
                <a:sym typeface="Arial"/>
              </a:defRPr>
            </a:lvl9pPr>
          </a:lstStyle>
          <a:p/>
        </p:txBody>
      </p:sp>
      <p:pic>
        <p:nvPicPr>
          <p:cNvPr id="12" name="Google Shape;12;p2"/>
          <p:cNvPicPr preferRelativeResize="0"/>
          <p:nvPr/>
        </p:nvPicPr>
        <p:blipFill rotWithShape="1">
          <a:blip r:embed="rId1">
            <a:alphaModFix/>
          </a:blip>
          <a:srcRect b="0" l="0" r="0" t="0"/>
          <a:stretch/>
        </p:blipFill>
        <p:spPr>
          <a:xfrm>
            <a:off x="30635145" y="34380170"/>
            <a:ext cx="5534796" cy="1993900"/>
          </a:xfrm>
          <a:prstGeom prst="rect">
            <a:avLst/>
          </a:prstGeom>
          <a:noFill/>
          <a:ln>
            <a:noFill/>
          </a:ln>
        </p:spPr>
      </p:pic>
      <p:pic>
        <p:nvPicPr>
          <p:cNvPr id="13" name="Google Shape;13;p2"/>
          <p:cNvPicPr preferRelativeResize="0"/>
          <p:nvPr/>
        </p:nvPicPr>
        <p:blipFill rotWithShape="1">
          <a:blip r:embed="rId2">
            <a:alphaModFix/>
          </a:blip>
          <a:srcRect b="0" l="0" r="0" t="0"/>
          <a:stretch/>
        </p:blipFill>
        <p:spPr>
          <a:xfrm>
            <a:off x="822619" y="34827499"/>
            <a:ext cx="8803370" cy="96553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3"/>
    <p:sldLayoutId id="2147483650" r:id="rId4"/>
  </p:sldLayoutIdLst>
  <mc:AlternateContent>
    <mc:Choice Requires="p14">
      <p:transition p14:dur="250">
        <p:fade/>
      </p:transition>
    </mc:Choice>
    <mc:Fallback>
      <p:transition>
        <p:fade/>
      </p:transition>
    </mc:Fallback>
  </mc:AlternateConten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0" Type="http://schemas.openxmlformats.org/officeDocument/2006/relationships/image" Target="../media/image20.png"/><Relationship Id="rId22" Type="http://schemas.openxmlformats.org/officeDocument/2006/relationships/image" Target="../media/image23.png"/><Relationship Id="rId21" Type="http://schemas.openxmlformats.org/officeDocument/2006/relationships/image" Target="../media/image27.png"/><Relationship Id="rId24" Type="http://schemas.openxmlformats.org/officeDocument/2006/relationships/image" Target="../media/image16.png"/><Relationship Id="rId23" Type="http://schemas.openxmlformats.org/officeDocument/2006/relationships/image" Target="../media/image19.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14.png"/><Relationship Id="rId9" Type="http://schemas.openxmlformats.org/officeDocument/2006/relationships/image" Target="../media/image9.png"/><Relationship Id="rId26" Type="http://schemas.openxmlformats.org/officeDocument/2006/relationships/image" Target="../media/image18.png"/><Relationship Id="rId25" Type="http://schemas.openxmlformats.org/officeDocument/2006/relationships/image" Target="../media/image21.png"/><Relationship Id="rId27" Type="http://schemas.openxmlformats.org/officeDocument/2006/relationships/image" Target="../media/image24.png"/><Relationship Id="rId5" Type="http://schemas.openxmlformats.org/officeDocument/2006/relationships/image" Target="../media/image22.gif"/><Relationship Id="rId6" Type="http://schemas.openxmlformats.org/officeDocument/2006/relationships/image" Target="../media/image25.png"/><Relationship Id="rId7" Type="http://schemas.openxmlformats.org/officeDocument/2006/relationships/image" Target="../media/image13.jpg"/><Relationship Id="rId8" Type="http://schemas.openxmlformats.org/officeDocument/2006/relationships/image" Target="../media/image17.gif"/><Relationship Id="rId11" Type="http://schemas.openxmlformats.org/officeDocument/2006/relationships/image" Target="../media/image4.png"/><Relationship Id="rId10" Type="http://schemas.openxmlformats.org/officeDocument/2006/relationships/image" Target="../media/image15.png"/><Relationship Id="rId13" Type="http://schemas.openxmlformats.org/officeDocument/2006/relationships/image" Target="../media/image2.png"/><Relationship Id="rId12" Type="http://schemas.openxmlformats.org/officeDocument/2006/relationships/image" Target="../media/image3.png"/><Relationship Id="rId15" Type="http://schemas.openxmlformats.org/officeDocument/2006/relationships/image" Target="../media/image11.png"/><Relationship Id="rId14" Type="http://schemas.openxmlformats.org/officeDocument/2006/relationships/image" Target="../media/image12.png"/><Relationship Id="rId17" Type="http://schemas.openxmlformats.org/officeDocument/2006/relationships/image" Target="../media/image10.png"/><Relationship Id="rId16" Type="http://schemas.openxmlformats.org/officeDocument/2006/relationships/image" Target="../media/image5.png"/><Relationship Id="rId19" Type="http://schemas.openxmlformats.org/officeDocument/2006/relationships/image" Target="../media/image6.png"/><Relationship Id="rId18"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
          <p:cNvSpPr/>
          <p:nvPr/>
        </p:nvSpPr>
        <p:spPr>
          <a:xfrm>
            <a:off x="18482400" y="6227703"/>
            <a:ext cx="17861700" cy="13410300"/>
          </a:xfrm>
          <a:prstGeom prst="roundRect">
            <a:avLst>
              <a:gd fmla="val 2728" name="adj"/>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Clr>
                <a:srgbClr val="000000"/>
              </a:buClr>
              <a:buFont typeface="Arial"/>
              <a:buNone/>
            </a:pPr>
            <a:r>
              <a:t/>
            </a:r>
            <a:endParaRPr sz="6400">
              <a:solidFill>
                <a:schemeClr val="lt1"/>
              </a:solidFill>
              <a:latin typeface="Arial"/>
              <a:ea typeface="Arial"/>
              <a:cs typeface="Arial"/>
              <a:sym typeface="Arial"/>
            </a:endParaRPr>
          </a:p>
        </p:txBody>
      </p:sp>
      <p:pic>
        <p:nvPicPr>
          <p:cNvPr id="78" name="Google Shape;78;p1"/>
          <p:cNvPicPr preferRelativeResize="0"/>
          <p:nvPr/>
        </p:nvPicPr>
        <p:blipFill rotWithShape="1">
          <a:blip r:embed="rId3">
            <a:alphaModFix/>
          </a:blip>
          <a:srcRect b="0" l="0" r="0" t="0"/>
          <a:stretch/>
        </p:blipFill>
        <p:spPr>
          <a:xfrm>
            <a:off x="18177153" y="6882799"/>
            <a:ext cx="10370023" cy="6599074"/>
          </a:xfrm>
          <a:prstGeom prst="rect">
            <a:avLst/>
          </a:prstGeom>
          <a:noFill/>
          <a:ln>
            <a:noFill/>
          </a:ln>
        </p:spPr>
      </p:pic>
      <p:pic>
        <p:nvPicPr>
          <p:cNvPr id="79" name="Google Shape;79;p1"/>
          <p:cNvPicPr preferRelativeResize="0"/>
          <p:nvPr/>
        </p:nvPicPr>
        <p:blipFill>
          <a:blip r:embed="rId4">
            <a:alphaModFix/>
          </a:blip>
          <a:stretch>
            <a:fillRect/>
          </a:stretch>
        </p:blipFill>
        <p:spPr>
          <a:xfrm>
            <a:off x="25582709" y="28826225"/>
            <a:ext cx="4136909" cy="4136924"/>
          </a:xfrm>
          <a:prstGeom prst="rect">
            <a:avLst/>
          </a:prstGeom>
          <a:noFill/>
          <a:ln>
            <a:noFill/>
          </a:ln>
        </p:spPr>
      </p:pic>
      <p:sp>
        <p:nvSpPr>
          <p:cNvPr id="80" name="Google Shape;80;p1"/>
          <p:cNvSpPr/>
          <p:nvPr/>
        </p:nvSpPr>
        <p:spPr>
          <a:xfrm>
            <a:off x="356698" y="15662330"/>
            <a:ext cx="17931300" cy="9290700"/>
          </a:xfrm>
          <a:prstGeom prst="roundRect">
            <a:avLst>
              <a:gd fmla="val 2728" name="adj"/>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6400">
              <a:solidFill>
                <a:schemeClr val="lt1"/>
              </a:solidFill>
              <a:latin typeface="Arial"/>
              <a:ea typeface="Arial"/>
              <a:cs typeface="Arial"/>
              <a:sym typeface="Arial"/>
            </a:endParaRPr>
          </a:p>
        </p:txBody>
      </p:sp>
      <p:sp>
        <p:nvSpPr>
          <p:cNvPr id="81" name="Google Shape;81;p1"/>
          <p:cNvSpPr txBox="1"/>
          <p:nvPr/>
        </p:nvSpPr>
        <p:spPr>
          <a:xfrm>
            <a:off x="634375" y="16462050"/>
            <a:ext cx="7922400" cy="8311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400"/>
              <a:t>An ultimate goal of this SFA is to rationally re-engineer the behavior of a microbial community through the introduction of a custom </a:t>
            </a:r>
            <a:r>
              <a:rPr lang="en-US" sz="2400"/>
              <a:t>tailored</a:t>
            </a:r>
            <a:r>
              <a:rPr lang="en-US" sz="2400"/>
              <a:t> strain. To advance this goal, we are developing a mechanistic modeling approach that integrates large-scale diverse experimental datasets to understand detailed genome-scale metabolic flux and dynamic species interaction profiles within a microbiome. This approach translates data on the metabolic capabilities of all strains within a system and experimental data in the form of biomass, metabolite, and expression profiles into fully parameterized dynamic models of strain behavior. These dynamic models, which are optimized </a:t>
            </a:r>
            <a:r>
              <a:rPr lang="en-US" sz="2400"/>
              <a:t>simultaneously</a:t>
            </a:r>
            <a:r>
              <a:rPr lang="en-US" sz="2400"/>
              <a:t> to fit all experimental data, can then be applied predictively to design new microbiome behaviors, guiding us in learning how to modify our “actor” stain to alter microbiome behavior in a desired way. </a:t>
            </a:r>
            <a:endParaRPr sz="2400"/>
          </a:p>
          <a:p>
            <a:pPr indent="0" lvl="0" marL="0" rtl="0" algn="just">
              <a:spcBef>
                <a:spcPts val="0"/>
              </a:spcBef>
              <a:spcAft>
                <a:spcPts val="0"/>
              </a:spcAft>
              <a:buNone/>
            </a:pPr>
            <a:r>
              <a:t/>
            </a:r>
            <a:endParaRPr sz="2400"/>
          </a:p>
          <a:p>
            <a:pPr indent="0" lvl="0" marL="0" rtl="0" algn="just">
              <a:spcBef>
                <a:spcPts val="0"/>
              </a:spcBef>
              <a:spcAft>
                <a:spcPts val="0"/>
              </a:spcAft>
              <a:buNone/>
            </a:pPr>
            <a:r>
              <a:rPr lang="en-US" sz="2400"/>
              <a:t>Once our models are used to define new </a:t>
            </a:r>
            <a:r>
              <a:rPr lang="en-US" sz="2400"/>
              <a:t>desired</a:t>
            </a:r>
            <a:r>
              <a:rPr lang="en-US" sz="2400"/>
              <a:t> strain behaviors, we have also developed a combined mechanistic modeling and machine-learning </a:t>
            </a:r>
            <a:r>
              <a:rPr lang="en-US" sz="2400"/>
              <a:t>approach</a:t>
            </a:r>
            <a:r>
              <a:rPr lang="en-US" sz="2400"/>
              <a:t> to rapidly implement the desired behaviors within our strain.</a:t>
            </a:r>
            <a:endParaRPr sz="2400"/>
          </a:p>
        </p:txBody>
      </p:sp>
      <p:sp>
        <p:nvSpPr>
          <p:cNvPr id="82" name="Google Shape;82;p1"/>
          <p:cNvSpPr/>
          <p:nvPr/>
        </p:nvSpPr>
        <p:spPr>
          <a:xfrm>
            <a:off x="356700" y="6207175"/>
            <a:ext cx="17931300" cy="9290700"/>
          </a:xfrm>
          <a:prstGeom prst="roundRect">
            <a:avLst>
              <a:gd fmla="val 2728" name="adj"/>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6400" u="none" cap="none" strike="noStrike">
              <a:solidFill>
                <a:schemeClr val="lt1"/>
              </a:solidFill>
              <a:latin typeface="Arial"/>
              <a:ea typeface="Arial"/>
              <a:cs typeface="Arial"/>
              <a:sym typeface="Arial"/>
            </a:endParaRPr>
          </a:p>
        </p:txBody>
      </p:sp>
      <p:pic>
        <p:nvPicPr>
          <p:cNvPr descr="Brand Assets: Brand Tools - Northwestern University" id="83" name="Google Shape;83;p1"/>
          <p:cNvPicPr preferRelativeResize="0"/>
          <p:nvPr/>
        </p:nvPicPr>
        <p:blipFill rotWithShape="1">
          <a:blip r:embed="rId5">
            <a:alphaModFix/>
          </a:blip>
          <a:srcRect b="0" l="0" r="0" t="0"/>
          <a:stretch/>
        </p:blipFill>
        <p:spPr>
          <a:xfrm>
            <a:off x="17413631" y="34021035"/>
            <a:ext cx="5221224" cy="2741145"/>
          </a:xfrm>
          <a:prstGeom prst="rect">
            <a:avLst/>
          </a:prstGeom>
          <a:noFill/>
          <a:ln>
            <a:noFill/>
          </a:ln>
        </p:spPr>
      </p:pic>
      <p:sp>
        <p:nvSpPr>
          <p:cNvPr id="84" name="Google Shape;84;p1"/>
          <p:cNvSpPr/>
          <p:nvPr/>
        </p:nvSpPr>
        <p:spPr>
          <a:xfrm>
            <a:off x="356694" y="25181687"/>
            <a:ext cx="17931300" cy="9290700"/>
          </a:xfrm>
          <a:prstGeom prst="roundRect">
            <a:avLst>
              <a:gd fmla="val 2728" name="adj"/>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6400">
              <a:solidFill>
                <a:schemeClr val="lt1"/>
              </a:solidFill>
              <a:latin typeface="Arial"/>
              <a:ea typeface="Arial"/>
              <a:cs typeface="Arial"/>
              <a:sym typeface="Arial"/>
            </a:endParaRPr>
          </a:p>
        </p:txBody>
      </p:sp>
      <p:sp>
        <p:nvSpPr>
          <p:cNvPr id="85" name="Google Shape;85;p1"/>
          <p:cNvSpPr/>
          <p:nvPr/>
        </p:nvSpPr>
        <p:spPr>
          <a:xfrm>
            <a:off x="18499075" y="19763125"/>
            <a:ext cx="17861700" cy="8150400"/>
          </a:xfrm>
          <a:prstGeom prst="roundRect">
            <a:avLst>
              <a:gd fmla="val 2728" name="adj"/>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6400">
              <a:solidFill>
                <a:schemeClr val="lt1"/>
              </a:solidFill>
              <a:latin typeface="Arial"/>
              <a:ea typeface="Arial"/>
              <a:cs typeface="Arial"/>
              <a:sym typeface="Arial"/>
            </a:endParaRPr>
          </a:p>
        </p:txBody>
      </p:sp>
      <p:sp>
        <p:nvSpPr>
          <p:cNvPr id="86" name="Google Shape;86;p1"/>
          <p:cNvSpPr/>
          <p:nvPr/>
        </p:nvSpPr>
        <p:spPr>
          <a:xfrm>
            <a:off x="18465600" y="28102000"/>
            <a:ext cx="17895300" cy="6370500"/>
          </a:xfrm>
          <a:prstGeom prst="roundRect">
            <a:avLst>
              <a:gd fmla="val 2728" name="adj"/>
            </a:avLst>
          </a:prstGeom>
          <a:noFill/>
          <a:ln cap="flat" cmpd="sng" w="12700">
            <a:solidFill>
              <a:schemeClr val="accent2"/>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6400">
                <a:solidFill>
                  <a:schemeClr val="lt1"/>
                </a:solidFill>
              </a:rPr>
              <a:t>ß</a:t>
            </a:r>
            <a:endParaRPr sz="6400">
              <a:solidFill>
                <a:schemeClr val="lt1"/>
              </a:solidFill>
              <a:latin typeface="Arial"/>
              <a:ea typeface="Arial"/>
              <a:cs typeface="Arial"/>
              <a:sym typeface="Arial"/>
            </a:endParaRPr>
          </a:p>
        </p:txBody>
      </p:sp>
      <p:sp>
        <p:nvSpPr>
          <p:cNvPr id="87" name="Google Shape;87;p1"/>
          <p:cNvSpPr txBox="1"/>
          <p:nvPr>
            <p:ph type="title"/>
          </p:nvPr>
        </p:nvSpPr>
        <p:spPr>
          <a:xfrm>
            <a:off x="433038" y="224442"/>
            <a:ext cx="35817717" cy="2668041"/>
          </a:xfrm>
          <a:prstGeom prst="rect">
            <a:avLst/>
          </a:prstGeom>
          <a:noFill/>
          <a:ln>
            <a:noFill/>
          </a:ln>
        </p:spPr>
        <p:txBody>
          <a:bodyPr anchorCtr="0" anchor="b" bIns="0" lIns="0" spcFirstLastPara="1" rIns="0" wrap="square" tIns="0">
            <a:noAutofit/>
          </a:bodyPr>
          <a:lstStyle/>
          <a:p>
            <a:pPr indent="0" lvl="0" marL="0" rtl="0" algn="ctr">
              <a:lnSpc>
                <a:spcPct val="95000"/>
              </a:lnSpc>
              <a:spcBef>
                <a:spcPts val="0"/>
              </a:spcBef>
              <a:spcAft>
                <a:spcPts val="0"/>
              </a:spcAft>
              <a:buClr>
                <a:schemeClr val="lt1"/>
              </a:buClr>
              <a:buSzPts val="7200"/>
              <a:buFont typeface="Arial"/>
              <a:buNone/>
            </a:pPr>
            <a:r>
              <a:rPr lang="en-US" sz="7200"/>
              <a:t>DEVELOPING “SMART” SINGLE-STRAIN SYSTEMS CAPABLE OF DETECTING AND RESPONDING TO TARGET ORGANISMS IN THE ENVIRONMENT</a:t>
            </a:r>
            <a:endParaRPr/>
          </a:p>
        </p:txBody>
      </p:sp>
      <p:sp>
        <p:nvSpPr>
          <p:cNvPr id="88" name="Google Shape;88;p1"/>
          <p:cNvSpPr txBox="1"/>
          <p:nvPr>
            <p:ph idx="14" type="body"/>
          </p:nvPr>
        </p:nvSpPr>
        <p:spPr>
          <a:xfrm>
            <a:off x="1599949" y="3361238"/>
            <a:ext cx="33483900" cy="1342200"/>
          </a:xfrm>
          <a:prstGeom prst="rect">
            <a:avLst/>
          </a:prstGeom>
          <a:noFill/>
          <a:ln>
            <a:noFill/>
          </a:ln>
        </p:spPr>
        <p:txBody>
          <a:bodyPr anchorCtr="0" anchor="ctr" bIns="162525" lIns="0" spcFirstLastPara="1" rIns="0" wrap="square" tIns="0">
            <a:noAutofit/>
          </a:bodyPr>
          <a:lstStyle/>
          <a:p>
            <a:pPr indent="0" lvl="0" marL="0" marR="0" rtl="0" algn="l">
              <a:lnSpc>
                <a:spcPct val="100000"/>
              </a:lnSpc>
              <a:spcBef>
                <a:spcPts val="0"/>
              </a:spcBef>
              <a:spcAft>
                <a:spcPts val="0"/>
              </a:spcAft>
              <a:buClr>
                <a:schemeClr val="lt1"/>
              </a:buClr>
              <a:buSzPts val="3600"/>
              <a:buFont typeface="Noto Sans Symbols"/>
              <a:buNone/>
            </a:pPr>
            <a:r>
              <a:rPr lang="en-US" sz="3800"/>
              <a:t>Jeffrey Dewey</a:t>
            </a:r>
            <a:r>
              <a:rPr baseline="30000" lang="en-US" sz="3800"/>
              <a:t>1</a:t>
            </a:r>
            <a:r>
              <a:rPr lang="en-US" sz="3800"/>
              <a:t> (jdewey@anl.gov), Fatima Foflonker,</a:t>
            </a:r>
            <a:r>
              <a:rPr baseline="30000" lang="en-US" sz="3800"/>
              <a:t>2</a:t>
            </a:r>
            <a:r>
              <a:rPr lang="en-US" sz="3800"/>
              <a:t> Andrew Freiburger,</a:t>
            </a:r>
            <a:r>
              <a:rPr baseline="30000" lang="en-US" sz="3800"/>
              <a:t>2 </a:t>
            </a:r>
            <a:r>
              <a:rPr lang="en-US" sz="3800"/>
              <a:t>Gyorgy Babnigg</a:t>
            </a:r>
            <a:r>
              <a:rPr baseline="30000" lang="en-US" sz="3800"/>
              <a:t>1*</a:t>
            </a:r>
            <a:r>
              <a:rPr lang="en-US" sz="3800"/>
              <a:t> (gbabnigg@anl.gov), Michael Fonstein,</a:t>
            </a:r>
            <a:r>
              <a:rPr baseline="30000" lang="en-US" sz="3800"/>
              <a:t>1</a:t>
            </a:r>
            <a:r>
              <a:rPr lang="en-US" sz="3800"/>
              <a:t> Christopher S. Henry,</a:t>
            </a:r>
            <a:r>
              <a:rPr baseline="30000" lang="en-US" sz="3800"/>
              <a:t>2</a:t>
            </a:r>
            <a:r>
              <a:rPr lang="en-US" sz="3800"/>
              <a:t> Jessica L. Johnson,</a:t>
            </a:r>
            <a:r>
              <a:rPr baseline="30000" lang="en-US" sz="3800"/>
              <a:t>1</a:t>
            </a:r>
            <a:r>
              <a:rPr lang="en-US" sz="3800"/>
              <a:t> and </a:t>
            </a:r>
            <a:r>
              <a:rPr b="1" lang="en-US" sz="3800"/>
              <a:t>Dionysios A. Antonopoulos</a:t>
            </a:r>
            <a:r>
              <a:rPr baseline="30000" lang="en-US" sz="3800"/>
              <a:t>1</a:t>
            </a:r>
            <a:endParaRPr sz="3800"/>
          </a:p>
        </p:txBody>
      </p:sp>
      <p:sp>
        <p:nvSpPr>
          <p:cNvPr id="89" name="Google Shape;89;p1"/>
          <p:cNvSpPr txBox="1"/>
          <p:nvPr>
            <p:ph idx="25" type="body"/>
          </p:nvPr>
        </p:nvSpPr>
        <p:spPr>
          <a:xfrm>
            <a:off x="405767" y="6440688"/>
            <a:ext cx="9735600" cy="589800"/>
          </a:xfrm>
          <a:prstGeom prst="rect">
            <a:avLst/>
          </a:prstGeom>
          <a:noFill/>
          <a:ln>
            <a:noFill/>
          </a:ln>
        </p:spPr>
        <p:txBody>
          <a:bodyPr anchorCtr="0" anchor="b" bIns="0" lIns="182875" spcFirstLastPara="1" rIns="0" wrap="square" tIns="0">
            <a:noAutofit/>
          </a:bodyPr>
          <a:lstStyle/>
          <a:p>
            <a:pPr indent="0" lvl="0" marL="0" rtl="0" algn="l">
              <a:spcBef>
                <a:spcPts val="0"/>
              </a:spcBef>
              <a:spcAft>
                <a:spcPts val="0"/>
              </a:spcAft>
              <a:buClr>
                <a:schemeClr val="accent2"/>
              </a:buClr>
              <a:buSzPts val="4200"/>
              <a:buNone/>
            </a:pPr>
            <a:r>
              <a:rPr lang="en-US">
                <a:solidFill>
                  <a:schemeClr val="accent2"/>
                </a:solidFill>
              </a:rPr>
              <a:t>GOALS</a:t>
            </a:r>
            <a:r>
              <a:rPr lang="en-US">
                <a:solidFill>
                  <a:schemeClr val="accent2"/>
                </a:solidFill>
              </a:rPr>
              <a:t> INTRODUCTION - AIM 1</a:t>
            </a:r>
            <a:endParaRPr/>
          </a:p>
        </p:txBody>
      </p:sp>
      <p:pic>
        <p:nvPicPr>
          <p:cNvPr descr="Logos and Templates - DOE Joint Genome Institute" id="90" name="Google Shape;90;p1"/>
          <p:cNvPicPr preferRelativeResize="0"/>
          <p:nvPr/>
        </p:nvPicPr>
        <p:blipFill rotWithShape="1">
          <a:blip r:embed="rId6">
            <a:alphaModFix/>
          </a:blip>
          <a:srcRect b="0" l="0" r="0" t="0"/>
          <a:stretch/>
        </p:blipFill>
        <p:spPr>
          <a:xfrm>
            <a:off x="13823953" y="34705807"/>
            <a:ext cx="2676294" cy="1371600"/>
          </a:xfrm>
          <a:prstGeom prst="rect">
            <a:avLst/>
          </a:prstGeom>
          <a:noFill/>
          <a:ln>
            <a:noFill/>
          </a:ln>
        </p:spPr>
      </p:pic>
      <p:pic>
        <p:nvPicPr>
          <p:cNvPr id="91" name="Google Shape;91;p1"/>
          <p:cNvPicPr preferRelativeResize="0"/>
          <p:nvPr/>
        </p:nvPicPr>
        <p:blipFill rotWithShape="1">
          <a:blip r:embed="rId7">
            <a:alphaModFix/>
          </a:blip>
          <a:srcRect b="0" l="0" r="0" t="0"/>
          <a:stretch/>
        </p:blipFill>
        <p:spPr>
          <a:xfrm>
            <a:off x="11096446" y="34705807"/>
            <a:ext cx="1807635" cy="1371599"/>
          </a:xfrm>
          <a:prstGeom prst="rect">
            <a:avLst/>
          </a:prstGeom>
          <a:noFill/>
          <a:ln>
            <a:noFill/>
          </a:ln>
        </p:spPr>
      </p:pic>
      <p:sp>
        <p:nvSpPr>
          <p:cNvPr id="92" name="Google Shape;92;p1"/>
          <p:cNvSpPr txBox="1"/>
          <p:nvPr/>
        </p:nvSpPr>
        <p:spPr>
          <a:xfrm>
            <a:off x="1622299" y="4700578"/>
            <a:ext cx="33483900" cy="1342200"/>
          </a:xfrm>
          <a:prstGeom prst="rect">
            <a:avLst/>
          </a:prstGeom>
          <a:noFill/>
          <a:ln>
            <a:noFill/>
          </a:ln>
        </p:spPr>
        <p:txBody>
          <a:bodyPr anchorCtr="0" anchor="ctr" bIns="162525" lIns="0" spcFirstLastPara="1" rIns="0" wrap="square" tIns="0">
            <a:noAutofit/>
          </a:bodyPr>
          <a:lstStyle/>
          <a:p>
            <a:pPr indent="0" lvl="0" marL="0" marR="0" rtl="0" algn="l">
              <a:lnSpc>
                <a:spcPct val="100000"/>
              </a:lnSpc>
              <a:spcBef>
                <a:spcPts val="0"/>
              </a:spcBef>
              <a:spcAft>
                <a:spcPts val="0"/>
              </a:spcAft>
              <a:buClr>
                <a:schemeClr val="lt1"/>
              </a:buClr>
              <a:buSzPts val="2800"/>
              <a:buFont typeface="Noto Sans Symbols"/>
              <a:buNone/>
            </a:pPr>
            <a:r>
              <a:rPr b="0" baseline="30000" i="0" lang="en-US" sz="3400" u="none" cap="none" strike="noStrike">
                <a:solidFill>
                  <a:schemeClr val="lt1"/>
                </a:solidFill>
                <a:latin typeface="Arial"/>
                <a:ea typeface="Arial"/>
                <a:cs typeface="Arial"/>
                <a:sym typeface="Arial"/>
              </a:rPr>
              <a:t>1</a:t>
            </a:r>
            <a:r>
              <a:rPr b="0" i="0" lang="en-US" sz="3400" u="none" cap="none" strike="noStrike">
                <a:solidFill>
                  <a:schemeClr val="lt1"/>
                </a:solidFill>
                <a:latin typeface="Arial"/>
                <a:ea typeface="Arial"/>
                <a:cs typeface="Arial"/>
                <a:sym typeface="Arial"/>
              </a:rPr>
              <a:t>Biosciences Division, Argonne National Laboratory, Lemont, IL; </a:t>
            </a:r>
            <a:r>
              <a:rPr b="0" baseline="30000" i="0" lang="en-US" sz="3400" u="none" cap="none" strike="noStrike">
                <a:solidFill>
                  <a:schemeClr val="lt1"/>
                </a:solidFill>
                <a:latin typeface="Arial"/>
                <a:ea typeface="Arial"/>
                <a:cs typeface="Arial"/>
                <a:sym typeface="Arial"/>
              </a:rPr>
              <a:t>2</a:t>
            </a:r>
            <a:r>
              <a:rPr b="0" i="0" lang="en-US" sz="3400" u="none" cap="none" strike="noStrike">
                <a:solidFill>
                  <a:schemeClr val="lt1"/>
                </a:solidFill>
                <a:latin typeface="Arial"/>
                <a:ea typeface="Arial"/>
                <a:cs typeface="Arial"/>
                <a:sym typeface="Arial"/>
              </a:rPr>
              <a:t>Data Science and Learning Division, Argonne National Laboratory, Lemont, IL; </a:t>
            </a:r>
            <a:endParaRPr sz="2000"/>
          </a:p>
        </p:txBody>
      </p:sp>
      <p:pic>
        <p:nvPicPr>
          <p:cNvPr descr="Image result for university of chicago logo" id="93" name="Google Shape;93;p1"/>
          <p:cNvPicPr preferRelativeResize="0"/>
          <p:nvPr/>
        </p:nvPicPr>
        <p:blipFill rotWithShape="1">
          <a:blip r:embed="rId8">
            <a:alphaModFix/>
          </a:blip>
          <a:srcRect b="0" l="0" r="0" t="0"/>
          <a:stretch/>
        </p:blipFill>
        <p:spPr>
          <a:xfrm>
            <a:off x="23548215" y="34857987"/>
            <a:ext cx="6007608" cy="1279491"/>
          </a:xfrm>
          <a:prstGeom prst="rect">
            <a:avLst/>
          </a:prstGeom>
          <a:noFill/>
          <a:ln>
            <a:noFill/>
          </a:ln>
        </p:spPr>
      </p:pic>
      <p:sp>
        <p:nvSpPr>
          <p:cNvPr id="94" name="Google Shape;94;p1"/>
          <p:cNvSpPr txBox="1"/>
          <p:nvPr/>
        </p:nvSpPr>
        <p:spPr>
          <a:xfrm>
            <a:off x="18657975" y="6440700"/>
            <a:ext cx="11383800" cy="589800"/>
          </a:xfrm>
          <a:prstGeom prst="rect">
            <a:avLst/>
          </a:prstGeom>
          <a:noFill/>
          <a:ln>
            <a:noFill/>
          </a:ln>
        </p:spPr>
        <p:txBody>
          <a:bodyPr anchorCtr="0" anchor="b" bIns="0" lIns="182875" spcFirstLastPara="1" rIns="0" wrap="square" tIns="0">
            <a:noAutofit/>
          </a:bodyPr>
          <a:lstStyle/>
          <a:p>
            <a:pPr indent="0" lvl="0" marL="0" marR="0" rtl="0" algn="l">
              <a:spcBef>
                <a:spcPts val="0"/>
              </a:spcBef>
              <a:spcAft>
                <a:spcPts val="0"/>
              </a:spcAft>
              <a:buClr>
                <a:schemeClr val="accent2"/>
              </a:buClr>
              <a:buSzPts val="4200"/>
              <a:buFont typeface="Noto Sans Symbols"/>
              <a:buNone/>
            </a:pPr>
            <a:r>
              <a:rPr b="1" lang="en-US" sz="4200">
                <a:solidFill>
                  <a:schemeClr val="accent2"/>
                </a:solidFill>
              </a:rPr>
              <a:t>COCULTURE METABOLISM</a:t>
            </a:r>
            <a:endParaRPr b="1" sz="4200" u="none" cap="none">
              <a:solidFill>
                <a:schemeClr val="accent2"/>
              </a:solidFill>
              <a:latin typeface="Arial"/>
              <a:ea typeface="Arial"/>
              <a:cs typeface="Arial"/>
              <a:sym typeface="Arial"/>
            </a:endParaRPr>
          </a:p>
        </p:txBody>
      </p:sp>
      <p:sp>
        <p:nvSpPr>
          <p:cNvPr id="95" name="Google Shape;95;p1"/>
          <p:cNvSpPr txBox="1"/>
          <p:nvPr/>
        </p:nvSpPr>
        <p:spPr>
          <a:xfrm>
            <a:off x="433042" y="15838568"/>
            <a:ext cx="9735600" cy="589800"/>
          </a:xfrm>
          <a:prstGeom prst="rect">
            <a:avLst/>
          </a:prstGeom>
          <a:noFill/>
          <a:ln>
            <a:noFill/>
          </a:ln>
        </p:spPr>
        <p:txBody>
          <a:bodyPr anchorCtr="0" anchor="b" bIns="0" lIns="182875" spcFirstLastPara="1" rIns="0" wrap="square" tIns="0">
            <a:noAutofit/>
          </a:bodyPr>
          <a:lstStyle/>
          <a:p>
            <a:pPr indent="0" lvl="0" marL="0" marR="0" rtl="0" algn="l">
              <a:spcBef>
                <a:spcPts val="0"/>
              </a:spcBef>
              <a:spcAft>
                <a:spcPts val="0"/>
              </a:spcAft>
              <a:buClr>
                <a:schemeClr val="accent2"/>
              </a:buClr>
              <a:buSzPts val="4200"/>
              <a:buFont typeface="Noto Sans Symbols"/>
              <a:buNone/>
            </a:pPr>
            <a:r>
              <a:rPr b="1" lang="en-US" sz="4200">
                <a:solidFill>
                  <a:schemeClr val="accent2"/>
                </a:solidFill>
              </a:rPr>
              <a:t>MODELING INTRODUCTION</a:t>
            </a:r>
            <a:endParaRPr b="1" sz="4200" u="none" cap="none">
              <a:solidFill>
                <a:schemeClr val="accent2"/>
              </a:solidFill>
              <a:latin typeface="Arial"/>
              <a:ea typeface="Arial"/>
              <a:cs typeface="Arial"/>
              <a:sym typeface="Arial"/>
            </a:endParaRPr>
          </a:p>
        </p:txBody>
      </p:sp>
      <p:sp>
        <p:nvSpPr>
          <p:cNvPr id="96" name="Google Shape;96;p1"/>
          <p:cNvSpPr txBox="1"/>
          <p:nvPr/>
        </p:nvSpPr>
        <p:spPr>
          <a:xfrm>
            <a:off x="488169" y="25431080"/>
            <a:ext cx="9735600" cy="589800"/>
          </a:xfrm>
          <a:prstGeom prst="rect">
            <a:avLst/>
          </a:prstGeom>
          <a:noFill/>
          <a:ln>
            <a:noFill/>
          </a:ln>
        </p:spPr>
        <p:txBody>
          <a:bodyPr anchorCtr="0" anchor="b" bIns="0" lIns="182875" spcFirstLastPara="1" rIns="0" wrap="square" tIns="0">
            <a:noAutofit/>
          </a:bodyPr>
          <a:lstStyle/>
          <a:p>
            <a:pPr indent="0" lvl="0" marL="0" marR="0" rtl="0" algn="l">
              <a:spcBef>
                <a:spcPts val="0"/>
              </a:spcBef>
              <a:spcAft>
                <a:spcPts val="0"/>
              </a:spcAft>
              <a:buClr>
                <a:schemeClr val="accent2"/>
              </a:buClr>
              <a:buSzPts val="4200"/>
              <a:buFont typeface="Noto Sans Symbols"/>
              <a:buNone/>
            </a:pPr>
            <a:r>
              <a:rPr b="1" lang="en-US" sz="4200">
                <a:solidFill>
                  <a:schemeClr val="accent2"/>
                </a:solidFill>
              </a:rPr>
              <a:t>INITIAL COCULTURE EXPERIMENTS </a:t>
            </a:r>
            <a:endParaRPr b="1" sz="4200" u="none" cap="none">
              <a:solidFill>
                <a:schemeClr val="accent2"/>
              </a:solidFill>
              <a:latin typeface="Arial"/>
              <a:ea typeface="Arial"/>
              <a:cs typeface="Arial"/>
              <a:sym typeface="Arial"/>
            </a:endParaRPr>
          </a:p>
        </p:txBody>
      </p:sp>
      <p:sp>
        <p:nvSpPr>
          <p:cNvPr id="97" name="Google Shape;97;p1"/>
          <p:cNvSpPr txBox="1"/>
          <p:nvPr/>
        </p:nvSpPr>
        <p:spPr>
          <a:xfrm>
            <a:off x="18617325" y="20008000"/>
            <a:ext cx="17029500" cy="589800"/>
          </a:xfrm>
          <a:prstGeom prst="rect">
            <a:avLst/>
          </a:prstGeom>
          <a:noFill/>
          <a:ln>
            <a:noFill/>
          </a:ln>
        </p:spPr>
        <p:txBody>
          <a:bodyPr anchorCtr="0" anchor="b" bIns="0" lIns="182875" spcFirstLastPara="1" rIns="0" wrap="square" tIns="0">
            <a:noAutofit/>
          </a:bodyPr>
          <a:lstStyle/>
          <a:p>
            <a:pPr indent="0" lvl="0" marL="0" marR="0" rtl="0" algn="l">
              <a:spcBef>
                <a:spcPts val="0"/>
              </a:spcBef>
              <a:spcAft>
                <a:spcPts val="0"/>
              </a:spcAft>
              <a:buClr>
                <a:schemeClr val="accent2"/>
              </a:buClr>
              <a:buSzPts val="4200"/>
              <a:buFont typeface="Noto Sans Symbols"/>
              <a:buNone/>
            </a:pPr>
            <a:r>
              <a:rPr b="1" lang="en-US" sz="4200">
                <a:solidFill>
                  <a:schemeClr val="accent2"/>
                </a:solidFill>
              </a:rPr>
              <a:t>MODEL AND MACHINE-LEARNING APPROACH TO ENGINEERING</a:t>
            </a:r>
            <a:endParaRPr b="1" sz="4200" u="none" cap="none">
              <a:solidFill>
                <a:schemeClr val="accent2"/>
              </a:solidFill>
              <a:latin typeface="Arial"/>
              <a:ea typeface="Arial"/>
              <a:cs typeface="Arial"/>
              <a:sym typeface="Arial"/>
            </a:endParaRPr>
          </a:p>
        </p:txBody>
      </p:sp>
      <p:sp>
        <p:nvSpPr>
          <p:cNvPr id="98" name="Google Shape;98;p1"/>
          <p:cNvSpPr txBox="1"/>
          <p:nvPr/>
        </p:nvSpPr>
        <p:spPr>
          <a:xfrm>
            <a:off x="18288012" y="28410549"/>
            <a:ext cx="9735600" cy="589800"/>
          </a:xfrm>
          <a:prstGeom prst="rect">
            <a:avLst/>
          </a:prstGeom>
          <a:noFill/>
          <a:ln>
            <a:noFill/>
          </a:ln>
        </p:spPr>
        <p:txBody>
          <a:bodyPr anchorCtr="0" anchor="b" bIns="0" lIns="182875" spcFirstLastPara="1" rIns="0" wrap="square" tIns="0">
            <a:noAutofit/>
          </a:bodyPr>
          <a:lstStyle/>
          <a:p>
            <a:pPr indent="0" lvl="0" marL="0" marR="0" rtl="0" algn="l">
              <a:spcBef>
                <a:spcPts val="0"/>
              </a:spcBef>
              <a:spcAft>
                <a:spcPts val="0"/>
              </a:spcAft>
              <a:buClr>
                <a:schemeClr val="accent2"/>
              </a:buClr>
              <a:buSzPts val="4200"/>
              <a:buFont typeface="Noto Sans Symbols"/>
              <a:buNone/>
            </a:pPr>
            <a:r>
              <a:rPr b="1" lang="en-US" sz="4200">
                <a:solidFill>
                  <a:schemeClr val="accent2"/>
                </a:solidFill>
              </a:rPr>
              <a:t>FUTURE APPLICATIONS</a:t>
            </a:r>
            <a:endParaRPr b="1" sz="4200" u="none" cap="none">
              <a:solidFill>
                <a:schemeClr val="accent2"/>
              </a:solidFill>
              <a:latin typeface="Arial"/>
              <a:ea typeface="Arial"/>
              <a:cs typeface="Arial"/>
              <a:sym typeface="Arial"/>
            </a:endParaRPr>
          </a:p>
        </p:txBody>
      </p:sp>
      <p:sp>
        <p:nvSpPr>
          <p:cNvPr id="99" name="Google Shape;99;p1"/>
          <p:cNvSpPr txBox="1"/>
          <p:nvPr/>
        </p:nvSpPr>
        <p:spPr>
          <a:xfrm>
            <a:off x="18446850" y="32244850"/>
            <a:ext cx="17861700" cy="20319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400"/>
              <a:t>We are now applying our predictive dynamic mechanistic models to design </a:t>
            </a:r>
            <a:r>
              <a:rPr i="1" lang="en-US" sz="2400"/>
              <a:t>E. coli</a:t>
            </a:r>
            <a:r>
              <a:rPr lang="en-US" sz="2400"/>
              <a:t> modifications to enhance competition with </a:t>
            </a:r>
            <a:r>
              <a:rPr i="1" lang="en-US" sz="2400"/>
              <a:t>P. fluorescens</a:t>
            </a:r>
            <a:r>
              <a:rPr lang="en-US" sz="2400"/>
              <a:t> in a range of media and growth conditions (chemistat/batch/2D plate). </a:t>
            </a:r>
            <a:r>
              <a:rPr lang="en-US" sz="2400"/>
              <a:t>Modifications</a:t>
            </a:r>
            <a:r>
              <a:rPr lang="en-US" sz="2400"/>
              <a:t> include addition of new metabolic modules, gene </a:t>
            </a:r>
            <a:r>
              <a:rPr lang="en-US" sz="2400"/>
              <a:t>deletions, and altered pathway expression profiles. Eventually, toxin production pathways will be explored as well. We also intend to add spatial dimensions to our model to permit design and prediction of spatial dynamic growth behavior. </a:t>
            </a:r>
            <a:r>
              <a:rPr lang="en-US" sz="2400"/>
              <a:t>All data, models, and methods are also being integrated into the KBase environment, enabling other scientists to apply these approaches.</a:t>
            </a:r>
            <a:endParaRPr sz="2400"/>
          </a:p>
        </p:txBody>
      </p:sp>
      <p:pic>
        <p:nvPicPr>
          <p:cNvPr id="100" name="Google Shape;100;p1"/>
          <p:cNvPicPr preferRelativeResize="0"/>
          <p:nvPr/>
        </p:nvPicPr>
        <p:blipFill>
          <a:blip r:embed="rId9">
            <a:alphaModFix/>
          </a:blip>
          <a:stretch>
            <a:fillRect/>
          </a:stretch>
        </p:blipFill>
        <p:spPr>
          <a:xfrm>
            <a:off x="1153913" y="7359416"/>
            <a:ext cx="16142301" cy="2906600"/>
          </a:xfrm>
          <a:prstGeom prst="rect">
            <a:avLst/>
          </a:prstGeom>
          <a:noFill/>
          <a:ln>
            <a:noFill/>
          </a:ln>
        </p:spPr>
      </p:pic>
      <p:pic>
        <p:nvPicPr>
          <p:cNvPr id="101" name="Google Shape;101;p1"/>
          <p:cNvPicPr preferRelativeResize="0"/>
          <p:nvPr/>
        </p:nvPicPr>
        <p:blipFill>
          <a:blip r:embed="rId10">
            <a:alphaModFix/>
          </a:blip>
          <a:stretch>
            <a:fillRect/>
          </a:stretch>
        </p:blipFill>
        <p:spPr>
          <a:xfrm>
            <a:off x="18936663" y="29497341"/>
            <a:ext cx="1009650" cy="886522"/>
          </a:xfrm>
          <a:prstGeom prst="rect">
            <a:avLst/>
          </a:prstGeom>
          <a:noFill/>
          <a:ln>
            <a:noFill/>
          </a:ln>
        </p:spPr>
      </p:pic>
      <p:pic>
        <p:nvPicPr>
          <p:cNvPr id="102" name="Google Shape;102;p1"/>
          <p:cNvPicPr preferRelativeResize="0"/>
          <p:nvPr/>
        </p:nvPicPr>
        <p:blipFill>
          <a:blip r:embed="rId11">
            <a:alphaModFix/>
          </a:blip>
          <a:stretch>
            <a:fillRect/>
          </a:stretch>
        </p:blipFill>
        <p:spPr>
          <a:xfrm>
            <a:off x="19396990" y="29497356"/>
            <a:ext cx="1009650" cy="886522"/>
          </a:xfrm>
          <a:prstGeom prst="rect">
            <a:avLst/>
          </a:prstGeom>
          <a:noFill/>
          <a:ln>
            <a:noFill/>
          </a:ln>
        </p:spPr>
      </p:pic>
      <p:pic>
        <p:nvPicPr>
          <p:cNvPr id="103" name="Google Shape;103;p1"/>
          <p:cNvPicPr preferRelativeResize="0"/>
          <p:nvPr/>
        </p:nvPicPr>
        <p:blipFill>
          <a:blip r:embed="rId12">
            <a:alphaModFix/>
          </a:blip>
          <a:stretch>
            <a:fillRect/>
          </a:stretch>
        </p:blipFill>
        <p:spPr>
          <a:xfrm rot="-144712">
            <a:off x="19822115" y="29508001"/>
            <a:ext cx="1099770" cy="879323"/>
          </a:xfrm>
          <a:prstGeom prst="rect">
            <a:avLst/>
          </a:prstGeom>
          <a:noFill/>
          <a:ln>
            <a:noFill/>
          </a:ln>
        </p:spPr>
      </p:pic>
      <p:pic>
        <p:nvPicPr>
          <p:cNvPr id="104" name="Google Shape;104;p1"/>
          <p:cNvPicPr preferRelativeResize="0"/>
          <p:nvPr/>
        </p:nvPicPr>
        <p:blipFill>
          <a:blip r:embed="rId13">
            <a:alphaModFix/>
          </a:blip>
          <a:stretch>
            <a:fillRect/>
          </a:stretch>
        </p:blipFill>
        <p:spPr>
          <a:xfrm>
            <a:off x="31058700" y="28804300"/>
            <a:ext cx="5067300" cy="2952750"/>
          </a:xfrm>
          <a:prstGeom prst="rect">
            <a:avLst/>
          </a:prstGeom>
          <a:noFill/>
          <a:ln>
            <a:noFill/>
          </a:ln>
        </p:spPr>
      </p:pic>
      <p:pic>
        <p:nvPicPr>
          <p:cNvPr id="105" name="Google Shape;105;p1"/>
          <p:cNvPicPr preferRelativeResize="0"/>
          <p:nvPr/>
        </p:nvPicPr>
        <p:blipFill rotWithShape="1">
          <a:blip r:embed="rId14">
            <a:alphaModFix/>
          </a:blip>
          <a:srcRect b="0" l="21556" r="0" t="0"/>
          <a:stretch/>
        </p:blipFill>
        <p:spPr>
          <a:xfrm>
            <a:off x="18782550" y="31034184"/>
            <a:ext cx="5221224" cy="1118615"/>
          </a:xfrm>
          <a:prstGeom prst="rect">
            <a:avLst/>
          </a:prstGeom>
          <a:noFill/>
          <a:ln>
            <a:noFill/>
          </a:ln>
        </p:spPr>
      </p:pic>
      <p:sp>
        <p:nvSpPr>
          <p:cNvPr id="106" name="Google Shape;106;p1"/>
          <p:cNvSpPr/>
          <p:nvPr/>
        </p:nvSpPr>
        <p:spPr>
          <a:xfrm>
            <a:off x="24201000" y="30125850"/>
            <a:ext cx="1135800" cy="747600"/>
          </a:xfrm>
          <a:prstGeom prst="rightArrow">
            <a:avLst>
              <a:gd fmla="val 50000" name="adj1"/>
              <a:gd fmla="val 50000" name="adj2"/>
            </a:avLst>
          </a:prstGeom>
          <a:noFill/>
          <a:ln cap="flat" cmpd="sng" w="12700">
            <a:solidFill>
              <a:srgbClr val="2324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
          <p:cNvSpPr/>
          <p:nvPr/>
        </p:nvSpPr>
        <p:spPr>
          <a:xfrm>
            <a:off x="29813125" y="30125850"/>
            <a:ext cx="1135800" cy="747600"/>
          </a:xfrm>
          <a:prstGeom prst="rightArrow">
            <a:avLst>
              <a:gd fmla="val 50000" name="adj1"/>
              <a:gd fmla="val 50000" name="adj2"/>
            </a:avLst>
          </a:prstGeom>
          <a:noFill/>
          <a:ln cap="flat" cmpd="sng" w="12700">
            <a:solidFill>
              <a:srgbClr val="23242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8" name="Google Shape;108;p1"/>
          <p:cNvPicPr preferRelativeResize="0"/>
          <p:nvPr/>
        </p:nvPicPr>
        <p:blipFill>
          <a:blip r:embed="rId15">
            <a:alphaModFix/>
          </a:blip>
          <a:stretch>
            <a:fillRect/>
          </a:stretch>
        </p:blipFill>
        <p:spPr>
          <a:xfrm>
            <a:off x="1233600" y="10594963"/>
            <a:ext cx="15982950" cy="4838700"/>
          </a:xfrm>
          <a:prstGeom prst="rect">
            <a:avLst/>
          </a:prstGeom>
          <a:noFill/>
          <a:ln>
            <a:noFill/>
          </a:ln>
        </p:spPr>
      </p:pic>
      <p:pic>
        <p:nvPicPr>
          <p:cNvPr id="109" name="Google Shape;109;p1"/>
          <p:cNvPicPr preferRelativeResize="0"/>
          <p:nvPr/>
        </p:nvPicPr>
        <p:blipFill>
          <a:blip r:embed="rId16">
            <a:alphaModFix/>
          </a:blip>
          <a:stretch>
            <a:fillRect/>
          </a:stretch>
        </p:blipFill>
        <p:spPr>
          <a:xfrm>
            <a:off x="19138588" y="28820775"/>
            <a:ext cx="1638300" cy="552450"/>
          </a:xfrm>
          <a:prstGeom prst="rect">
            <a:avLst/>
          </a:prstGeom>
          <a:noFill/>
          <a:ln>
            <a:noFill/>
          </a:ln>
        </p:spPr>
      </p:pic>
      <p:pic>
        <p:nvPicPr>
          <p:cNvPr id="110" name="Google Shape;110;p1"/>
          <p:cNvPicPr preferRelativeResize="0"/>
          <p:nvPr/>
        </p:nvPicPr>
        <p:blipFill>
          <a:blip r:embed="rId17">
            <a:alphaModFix/>
          </a:blip>
          <a:stretch>
            <a:fillRect/>
          </a:stretch>
        </p:blipFill>
        <p:spPr>
          <a:xfrm>
            <a:off x="21662275" y="29252338"/>
            <a:ext cx="1885950" cy="1238250"/>
          </a:xfrm>
          <a:prstGeom prst="rect">
            <a:avLst/>
          </a:prstGeom>
          <a:noFill/>
          <a:ln>
            <a:noFill/>
          </a:ln>
        </p:spPr>
      </p:pic>
      <p:pic>
        <p:nvPicPr>
          <p:cNvPr id="111" name="Google Shape;111;p1"/>
          <p:cNvPicPr preferRelativeResize="0"/>
          <p:nvPr/>
        </p:nvPicPr>
        <p:blipFill>
          <a:blip r:embed="rId18">
            <a:alphaModFix/>
          </a:blip>
          <a:stretch>
            <a:fillRect/>
          </a:stretch>
        </p:blipFill>
        <p:spPr>
          <a:xfrm>
            <a:off x="21700375" y="28820775"/>
            <a:ext cx="1847850" cy="552450"/>
          </a:xfrm>
          <a:prstGeom prst="rect">
            <a:avLst/>
          </a:prstGeom>
          <a:noFill/>
          <a:ln>
            <a:noFill/>
          </a:ln>
        </p:spPr>
      </p:pic>
      <p:pic>
        <p:nvPicPr>
          <p:cNvPr id="112" name="Google Shape;112;p1"/>
          <p:cNvPicPr preferRelativeResize="0"/>
          <p:nvPr/>
        </p:nvPicPr>
        <p:blipFill>
          <a:blip r:embed="rId19">
            <a:alphaModFix/>
          </a:blip>
          <a:stretch>
            <a:fillRect/>
          </a:stretch>
        </p:blipFill>
        <p:spPr>
          <a:xfrm>
            <a:off x="20187225" y="30522100"/>
            <a:ext cx="2114550" cy="552450"/>
          </a:xfrm>
          <a:prstGeom prst="rect">
            <a:avLst/>
          </a:prstGeom>
          <a:noFill/>
          <a:ln>
            <a:noFill/>
          </a:ln>
        </p:spPr>
      </p:pic>
      <p:pic>
        <p:nvPicPr>
          <p:cNvPr id="113" name="Google Shape;113;p1"/>
          <p:cNvPicPr preferRelativeResize="0"/>
          <p:nvPr/>
        </p:nvPicPr>
        <p:blipFill>
          <a:blip r:embed="rId20">
            <a:alphaModFix/>
          </a:blip>
          <a:stretch>
            <a:fillRect/>
          </a:stretch>
        </p:blipFill>
        <p:spPr>
          <a:xfrm>
            <a:off x="18464925" y="22503252"/>
            <a:ext cx="14078626" cy="5267892"/>
          </a:xfrm>
          <a:prstGeom prst="rect">
            <a:avLst/>
          </a:prstGeom>
          <a:noFill/>
          <a:ln>
            <a:noFill/>
          </a:ln>
        </p:spPr>
      </p:pic>
      <p:sp>
        <p:nvSpPr>
          <p:cNvPr id="114" name="Google Shape;114;p1"/>
          <p:cNvSpPr txBox="1"/>
          <p:nvPr/>
        </p:nvSpPr>
        <p:spPr>
          <a:xfrm>
            <a:off x="32318475" y="22784650"/>
            <a:ext cx="4137000" cy="5227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en-US" sz="2400">
                <a:solidFill>
                  <a:schemeClr val="hlink"/>
                </a:solidFill>
              </a:rPr>
              <a:t>Machine learning models are  trained from </a:t>
            </a:r>
            <a:r>
              <a:rPr lang="en-US" sz="2400">
                <a:solidFill>
                  <a:schemeClr val="hlink"/>
                </a:solidFill>
              </a:rPr>
              <a:t>initial</a:t>
            </a:r>
            <a:r>
              <a:rPr lang="en-US" sz="2400">
                <a:solidFill>
                  <a:schemeClr val="hlink"/>
                </a:solidFill>
              </a:rPr>
              <a:t> data to predict optimal combinations of modifications to improve threonine </a:t>
            </a:r>
            <a:r>
              <a:rPr lang="en-US" sz="2400">
                <a:solidFill>
                  <a:schemeClr val="hlink"/>
                </a:solidFill>
              </a:rPr>
              <a:t>production</a:t>
            </a:r>
            <a:r>
              <a:rPr lang="en-US" sz="2400">
                <a:solidFill>
                  <a:schemeClr val="hlink"/>
                </a:solidFill>
              </a:rPr>
              <a:t>. </a:t>
            </a:r>
            <a:endParaRPr sz="2400">
              <a:solidFill>
                <a:schemeClr val="hlink"/>
              </a:solidFill>
            </a:endParaRPr>
          </a:p>
          <a:p>
            <a:pPr indent="0" lvl="0" marL="0" rtl="0" algn="l">
              <a:lnSpc>
                <a:spcPct val="115000"/>
              </a:lnSpc>
              <a:spcBef>
                <a:spcPts val="0"/>
              </a:spcBef>
              <a:spcAft>
                <a:spcPts val="0"/>
              </a:spcAft>
              <a:buNone/>
            </a:pPr>
            <a:r>
              <a:t/>
            </a:r>
            <a:endParaRPr sz="2400">
              <a:solidFill>
                <a:schemeClr val="hlink"/>
              </a:solidFill>
            </a:endParaRPr>
          </a:p>
          <a:p>
            <a:pPr indent="0" lvl="0" marL="0" rtl="0" algn="l">
              <a:lnSpc>
                <a:spcPct val="115000"/>
              </a:lnSpc>
              <a:spcBef>
                <a:spcPts val="0"/>
              </a:spcBef>
              <a:spcAft>
                <a:spcPts val="0"/>
              </a:spcAft>
              <a:buNone/>
            </a:pPr>
            <a:r>
              <a:rPr lang="en-US" sz="2400">
                <a:solidFill>
                  <a:schemeClr val="hlink"/>
                </a:solidFill>
              </a:rPr>
              <a:t>While mechanistic models fared poorly at </a:t>
            </a:r>
            <a:r>
              <a:rPr lang="en-US" sz="2400">
                <a:solidFill>
                  <a:schemeClr val="hlink"/>
                </a:solidFill>
              </a:rPr>
              <a:t>predicting</a:t>
            </a:r>
            <a:r>
              <a:rPr lang="en-US" sz="2400">
                <a:solidFill>
                  <a:schemeClr val="hlink"/>
                </a:solidFill>
              </a:rPr>
              <a:t> </a:t>
            </a:r>
            <a:r>
              <a:rPr lang="en-US" sz="2400">
                <a:solidFill>
                  <a:schemeClr val="hlink"/>
                </a:solidFill>
              </a:rPr>
              <a:t>successful</a:t>
            </a:r>
            <a:r>
              <a:rPr lang="en-US" sz="2400">
                <a:solidFill>
                  <a:schemeClr val="hlink"/>
                </a:solidFill>
              </a:rPr>
              <a:t> combinations of changes, ML was </a:t>
            </a:r>
            <a:r>
              <a:rPr lang="en-US" sz="2400">
                <a:solidFill>
                  <a:schemeClr val="hlink"/>
                </a:solidFill>
              </a:rPr>
              <a:t>extremely</a:t>
            </a:r>
            <a:r>
              <a:rPr lang="en-US" sz="2400">
                <a:solidFill>
                  <a:schemeClr val="hlink"/>
                </a:solidFill>
              </a:rPr>
              <a:t> successful, greatly boosting threonine production.</a:t>
            </a:r>
            <a:endParaRPr sz="2400">
              <a:solidFill>
                <a:schemeClr val="hlink"/>
              </a:solidFill>
            </a:endParaRPr>
          </a:p>
        </p:txBody>
      </p:sp>
      <p:sp>
        <p:nvSpPr>
          <p:cNvPr id="115" name="Google Shape;115;p1"/>
          <p:cNvSpPr txBox="1"/>
          <p:nvPr/>
        </p:nvSpPr>
        <p:spPr>
          <a:xfrm>
            <a:off x="18499075" y="20481888"/>
            <a:ext cx="17861700" cy="27705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0"/>
              </a:spcAft>
              <a:buClr>
                <a:schemeClr val="hlink"/>
              </a:buClr>
              <a:buSzPts val="1100"/>
              <a:buFont typeface="Arial"/>
              <a:buNone/>
            </a:pPr>
            <a:r>
              <a:rPr lang="en-US" sz="3000">
                <a:solidFill>
                  <a:schemeClr val="hlink"/>
                </a:solidFill>
                <a:latin typeface="Calibri"/>
                <a:ea typeface="Calibri"/>
                <a:cs typeface="Calibri"/>
                <a:sym typeface="Calibri"/>
              </a:rPr>
              <a:t>To engineer desired </a:t>
            </a:r>
            <a:r>
              <a:rPr lang="en-US" sz="3000">
                <a:solidFill>
                  <a:schemeClr val="hlink"/>
                </a:solidFill>
                <a:latin typeface="Calibri"/>
                <a:ea typeface="Calibri"/>
                <a:cs typeface="Calibri"/>
                <a:sym typeface="Calibri"/>
              </a:rPr>
              <a:t>modifications in our “actor” strain, we developed an iterative model and machine-learning approach, which we demonstrated by engineering </a:t>
            </a:r>
            <a:r>
              <a:rPr i="1" lang="en-US" sz="3000">
                <a:solidFill>
                  <a:schemeClr val="hlink"/>
                </a:solidFill>
                <a:latin typeface="Calibri"/>
                <a:ea typeface="Calibri"/>
                <a:cs typeface="Calibri"/>
                <a:sym typeface="Calibri"/>
              </a:rPr>
              <a:t>E. coli</a:t>
            </a:r>
            <a:r>
              <a:rPr lang="en-US" sz="3000">
                <a:solidFill>
                  <a:schemeClr val="hlink"/>
                </a:solidFill>
                <a:latin typeface="Calibri"/>
                <a:ea typeface="Calibri"/>
                <a:cs typeface="Calibri"/>
                <a:sym typeface="Calibri"/>
              </a:rPr>
              <a:t> to have greater metabolite (threonine) production. In this approach, mechanistic models first accurately predict small strain modifications which are implemented individually and also combined randomly (growth, threonine production, and RNAseq data collected for all strains). </a:t>
            </a:r>
            <a:endParaRPr/>
          </a:p>
        </p:txBody>
      </p:sp>
      <p:pic>
        <p:nvPicPr>
          <p:cNvPr id="116" name="Google Shape;116;p1"/>
          <p:cNvPicPr preferRelativeResize="0"/>
          <p:nvPr/>
        </p:nvPicPr>
        <p:blipFill rotWithShape="1">
          <a:blip r:embed="rId21">
            <a:alphaModFix/>
          </a:blip>
          <a:srcRect b="3200" l="0" r="0" t="3210"/>
          <a:stretch/>
        </p:blipFill>
        <p:spPr>
          <a:xfrm>
            <a:off x="9372450" y="15757800"/>
            <a:ext cx="8472126" cy="9067518"/>
          </a:xfrm>
          <a:prstGeom prst="rect">
            <a:avLst/>
          </a:prstGeom>
          <a:noFill/>
          <a:ln>
            <a:noFill/>
          </a:ln>
        </p:spPr>
      </p:pic>
      <p:sp>
        <p:nvSpPr>
          <p:cNvPr id="117" name="Google Shape;117;p1"/>
          <p:cNvSpPr txBox="1"/>
          <p:nvPr/>
        </p:nvSpPr>
        <p:spPr>
          <a:xfrm>
            <a:off x="27659839" y="6559925"/>
            <a:ext cx="8525400" cy="68343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lang="en-US" sz="2400"/>
              <a:t>Numerous batch studies have been performed on a wide range of maltose, acetate, and 4-HB concentrations using various combinations of </a:t>
            </a:r>
            <a:r>
              <a:rPr i="1" lang="en-US" sz="2400"/>
              <a:t>E. coli</a:t>
            </a:r>
            <a:r>
              <a:rPr lang="en-US" sz="2400"/>
              <a:t> and </a:t>
            </a:r>
            <a:r>
              <a:rPr i="1" lang="en-US" sz="2400"/>
              <a:t>P. fluorescens</a:t>
            </a:r>
            <a:r>
              <a:rPr lang="en-US" sz="2400"/>
              <a:t>. We applied our modeling approach to fit all available data simultaneously, successfully predicting even complex competitive growth profiles involving multiple species. Once fit, model-based growth profiles fit experimental data very well as shown in the plot on the left, which depicts a specific experiment with competitive growth of </a:t>
            </a:r>
            <a:r>
              <a:rPr i="1" lang="en-US" sz="2400"/>
              <a:t>E. coli</a:t>
            </a:r>
            <a:r>
              <a:rPr lang="en-US" sz="2400"/>
              <a:t> and </a:t>
            </a:r>
            <a:r>
              <a:rPr i="1" lang="en-US" sz="2400"/>
              <a:t>P. fluorescens</a:t>
            </a:r>
            <a:r>
              <a:rPr lang="en-US" sz="2400"/>
              <a:t> on maltose as the sole carbon source. </a:t>
            </a:r>
            <a:r>
              <a:rPr lang="en-US" sz="2400"/>
              <a:t>Although</a:t>
            </a:r>
            <a:r>
              <a:rPr lang="en-US" sz="2400"/>
              <a:t> </a:t>
            </a:r>
            <a:r>
              <a:rPr i="1" lang="en-US" sz="2400"/>
              <a:t>P. Fluorescens</a:t>
            </a:r>
            <a:r>
              <a:rPr lang="en-US" sz="2400"/>
              <a:t> cannot use </a:t>
            </a:r>
            <a:r>
              <a:rPr lang="en-US" sz="2400"/>
              <a:t>maltose</a:t>
            </a:r>
            <a:r>
              <a:rPr lang="en-US" sz="2400"/>
              <a:t>, it grows on a byproduct from </a:t>
            </a:r>
            <a:r>
              <a:rPr i="1" lang="en-US" sz="2400"/>
              <a:t>E. coli,</a:t>
            </a:r>
            <a:r>
              <a:rPr lang="en-US" sz="2400"/>
              <a:t> acetate. This is quantitatively predicted by the model. We applied these models first to predict how </a:t>
            </a:r>
            <a:r>
              <a:rPr i="1" lang="en-US" sz="2400"/>
              <a:t>E. coli </a:t>
            </a:r>
            <a:r>
              <a:rPr lang="en-US" sz="2400"/>
              <a:t>could be modified to reduce excretion of acetate. We will next apply these models to quantify uncertainty and identify what new data can be gathered to reduce uncertainty (e.g. gene expression or metabolite </a:t>
            </a:r>
            <a:r>
              <a:rPr lang="en-US" sz="2400"/>
              <a:t>concentrations</a:t>
            </a:r>
            <a:r>
              <a:rPr lang="en-US" sz="2400"/>
              <a:t> at specific time-steps). </a:t>
            </a:r>
            <a:endParaRPr sz="2400"/>
          </a:p>
        </p:txBody>
      </p:sp>
      <p:pic>
        <p:nvPicPr>
          <p:cNvPr id="118" name="Google Shape;118;p1"/>
          <p:cNvPicPr preferRelativeResize="0"/>
          <p:nvPr/>
        </p:nvPicPr>
        <p:blipFill>
          <a:blip r:embed="rId22">
            <a:alphaModFix/>
          </a:blip>
          <a:stretch>
            <a:fillRect/>
          </a:stretch>
        </p:blipFill>
        <p:spPr>
          <a:xfrm>
            <a:off x="934600" y="29459513"/>
            <a:ext cx="8525551" cy="4761432"/>
          </a:xfrm>
          <a:prstGeom prst="rect">
            <a:avLst/>
          </a:prstGeom>
          <a:noFill/>
          <a:ln>
            <a:noFill/>
          </a:ln>
        </p:spPr>
      </p:pic>
      <p:sp>
        <p:nvSpPr>
          <p:cNvPr id="119" name="Google Shape;119;p1"/>
          <p:cNvSpPr txBox="1"/>
          <p:nvPr/>
        </p:nvSpPr>
        <p:spPr>
          <a:xfrm>
            <a:off x="544325" y="26047750"/>
            <a:ext cx="163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(A)</a:t>
            </a:r>
            <a:endParaRPr b="1" sz="2400"/>
          </a:p>
        </p:txBody>
      </p:sp>
      <p:sp>
        <p:nvSpPr>
          <p:cNvPr id="120" name="Google Shape;120;p1"/>
          <p:cNvSpPr txBox="1"/>
          <p:nvPr/>
        </p:nvSpPr>
        <p:spPr>
          <a:xfrm>
            <a:off x="544325" y="29441525"/>
            <a:ext cx="163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(B)</a:t>
            </a:r>
            <a:endParaRPr b="1" sz="2400"/>
          </a:p>
        </p:txBody>
      </p:sp>
      <p:sp>
        <p:nvSpPr>
          <p:cNvPr id="121" name="Google Shape;121;p1"/>
          <p:cNvSpPr txBox="1"/>
          <p:nvPr/>
        </p:nvSpPr>
        <p:spPr>
          <a:xfrm>
            <a:off x="9241288" y="26047750"/>
            <a:ext cx="163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(C)</a:t>
            </a:r>
            <a:endParaRPr b="1" sz="2400"/>
          </a:p>
        </p:txBody>
      </p:sp>
      <p:sp>
        <p:nvSpPr>
          <p:cNvPr id="122" name="Google Shape;122;p1"/>
          <p:cNvSpPr txBox="1"/>
          <p:nvPr/>
        </p:nvSpPr>
        <p:spPr>
          <a:xfrm>
            <a:off x="9420275" y="32290550"/>
            <a:ext cx="8685300" cy="18471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1800"/>
              <a:t>Figure 2. </a:t>
            </a:r>
            <a:r>
              <a:rPr lang="en-US" sz="1800"/>
              <a:t>Initial carbon source profiling and coculture experiments. (A) Unique carbon sources for </a:t>
            </a:r>
            <a:r>
              <a:rPr i="1" lang="en-US" sz="1800"/>
              <a:t>E. coli and P. fluorescens</a:t>
            </a:r>
            <a:r>
              <a:rPr lang="en-US" sz="1800"/>
              <a:t>  as determined by BIOLOG growth assays. (B) Droplet-based cell culture quantification of </a:t>
            </a:r>
            <a:r>
              <a:rPr i="1" lang="en-US" sz="1800"/>
              <a:t>P. fluorescens</a:t>
            </a:r>
            <a:r>
              <a:rPr lang="en-US" sz="1800"/>
              <a:t> alone or in coculture with </a:t>
            </a:r>
            <a:r>
              <a:rPr i="1" lang="en-US" sz="1800"/>
              <a:t>E. coli</a:t>
            </a:r>
            <a:r>
              <a:rPr lang="en-US" sz="1800"/>
              <a:t> after two days culture with a constant maltose concentration (20 mM) and increasing 4-hydroxybenzoate concentration in M9 media. </a:t>
            </a:r>
            <a:r>
              <a:rPr lang="en-US" sz="1800"/>
              <a:t>(C) </a:t>
            </a:r>
            <a:r>
              <a:rPr lang="en-US" sz="1800"/>
              <a:t> Microscope imaging of droplet growth with each droplet containing ~60 μL of media.</a:t>
            </a:r>
            <a:endParaRPr sz="1800"/>
          </a:p>
        </p:txBody>
      </p:sp>
      <p:sp>
        <p:nvSpPr>
          <p:cNvPr id="123" name="Google Shape;123;p1"/>
          <p:cNvSpPr txBox="1"/>
          <p:nvPr/>
        </p:nvSpPr>
        <p:spPr>
          <a:xfrm>
            <a:off x="19022400" y="18555575"/>
            <a:ext cx="17029500" cy="1015800"/>
          </a:xfrm>
          <a:prstGeom prst="rect">
            <a:avLst/>
          </a:prstGeom>
          <a:noFill/>
          <a:ln>
            <a:noFill/>
          </a:ln>
        </p:spPr>
        <p:txBody>
          <a:bodyPr anchorCtr="0" anchor="t" bIns="91425" lIns="91425" spcFirstLastPara="1" rIns="91425" wrap="square" tIns="91425">
            <a:spAutoFit/>
          </a:bodyPr>
          <a:lstStyle/>
          <a:p>
            <a:pPr indent="0" lvl="0" marL="0" rtl="0" algn="just">
              <a:spcBef>
                <a:spcPts val="0"/>
              </a:spcBef>
              <a:spcAft>
                <a:spcPts val="0"/>
              </a:spcAft>
              <a:buNone/>
            </a:pPr>
            <a:r>
              <a:rPr b="1" lang="en-US" sz="1800"/>
              <a:t>Figure 3. </a:t>
            </a:r>
            <a:r>
              <a:rPr lang="en-US" sz="1800"/>
              <a:t>Chemostat coculture experiments impact metabolic cross-feeding. (A) Example of a several day chemostat experiment run at 0.3 vol/hr dilution rate and 10 mM maltose in M9 media as the sole carbon source. The steady state percentage of </a:t>
            </a:r>
            <a:r>
              <a:rPr i="1" lang="en-US" sz="1800"/>
              <a:t>P. fluorescens </a:t>
            </a:r>
            <a:r>
              <a:rPr lang="en-US" sz="1800"/>
              <a:t>in the </a:t>
            </a:r>
            <a:r>
              <a:rPr lang="en-US" sz="1800"/>
              <a:t>population</a:t>
            </a:r>
            <a:r>
              <a:rPr lang="en-US" sz="1800"/>
              <a:t> remained between 5-10% after initial equilibraition. (B) </a:t>
            </a:r>
            <a:r>
              <a:rPr i="1" lang="en-US" sz="1800"/>
              <a:t>E. coli</a:t>
            </a:r>
            <a:r>
              <a:rPr lang="en-US" sz="1800"/>
              <a:t> coculture percentage after 72h of flow in chemostats fed with different 10 mM maltose and different concentrations of 4-hydroxybenzoate.</a:t>
            </a:r>
            <a:endParaRPr sz="1800"/>
          </a:p>
        </p:txBody>
      </p:sp>
      <p:sp>
        <p:nvSpPr>
          <p:cNvPr id="124" name="Google Shape;124;p1"/>
          <p:cNvSpPr txBox="1"/>
          <p:nvPr/>
        </p:nvSpPr>
        <p:spPr>
          <a:xfrm>
            <a:off x="20098725" y="7030500"/>
            <a:ext cx="68136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Clr>
                <a:schemeClr val="hlink"/>
              </a:buClr>
              <a:buSzPts val="1100"/>
              <a:buFont typeface="Arial"/>
              <a:buNone/>
            </a:pPr>
            <a:r>
              <a:rPr b="1" lang="en-US" sz="2400">
                <a:solidFill>
                  <a:schemeClr val="hlink"/>
                </a:solidFill>
              </a:rPr>
              <a:t>Batch</a:t>
            </a:r>
            <a:r>
              <a:rPr b="1" lang="en-US" sz="2400">
                <a:solidFill>
                  <a:schemeClr val="hlink"/>
                </a:solidFill>
              </a:rPr>
              <a:t> experimental results with model fitting</a:t>
            </a:r>
            <a:endParaRPr b="1"/>
          </a:p>
        </p:txBody>
      </p:sp>
      <p:pic>
        <p:nvPicPr>
          <p:cNvPr id="125" name="Google Shape;125;p1"/>
          <p:cNvPicPr preferRelativeResize="0"/>
          <p:nvPr/>
        </p:nvPicPr>
        <p:blipFill>
          <a:blip r:embed="rId23">
            <a:alphaModFix/>
          </a:blip>
          <a:stretch>
            <a:fillRect/>
          </a:stretch>
        </p:blipFill>
        <p:spPr>
          <a:xfrm>
            <a:off x="25264163" y="28519625"/>
            <a:ext cx="4562475" cy="1000125"/>
          </a:xfrm>
          <a:prstGeom prst="rect">
            <a:avLst/>
          </a:prstGeom>
          <a:noFill/>
          <a:ln>
            <a:noFill/>
          </a:ln>
        </p:spPr>
      </p:pic>
      <p:pic>
        <p:nvPicPr>
          <p:cNvPr id="126" name="Google Shape;126;p1"/>
          <p:cNvPicPr preferRelativeResize="0"/>
          <p:nvPr/>
        </p:nvPicPr>
        <p:blipFill>
          <a:blip r:embed="rId24">
            <a:alphaModFix/>
          </a:blip>
          <a:stretch>
            <a:fillRect/>
          </a:stretch>
        </p:blipFill>
        <p:spPr>
          <a:xfrm>
            <a:off x="1798388" y="26077475"/>
            <a:ext cx="6946575" cy="3366087"/>
          </a:xfrm>
          <a:prstGeom prst="rect">
            <a:avLst/>
          </a:prstGeom>
          <a:noFill/>
          <a:ln>
            <a:noFill/>
          </a:ln>
        </p:spPr>
      </p:pic>
      <p:pic>
        <p:nvPicPr>
          <p:cNvPr id="127" name="Google Shape;127;p1"/>
          <p:cNvPicPr preferRelativeResize="0"/>
          <p:nvPr/>
        </p:nvPicPr>
        <p:blipFill rotWithShape="1">
          <a:blip r:embed="rId25">
            <a:alphaModFix/>
          </a:blip>
          <a:srcRect b="3446" l="2171" r="0" t="0"/>
          <a:stretch/>
        </p:blipFill>
        <p:spPr>
          <a:xfrm>
            <a:off x="19195750" y="13451350"/>
            <a:ext cx="8865176" cy="5047100"/>
          </a:xfrm>
          <a:prstGeom prst="rect">
            <a:avLst/>
          </a:prstGeom>
          <a:noFill/>
          <a:ln>
            <a:noFill/>
          </a:ln>
        </p:spPr>
      </p:pic>
      <p:pic>
        <p:nvPicPr>
          <p:cNvPr id="128" name="Google Shape;128;p1"/>
          <p:cNvPicPr preferRelativeResize="0"/>
          <p:nvPr/>
        </p:nvPicPr>
        <p:blipFill>
          <a:blip r:embed="rId26">
            <a:alphaModFix/>
          </a:blip>
          <a:stretch>
            <a:fillRect/>
          </a:stretch>
        </p:blipFill>
        <p:spPr>
          <a:xfrm>
            <a:off x="9262637" y="26032750"/>
            <a:ext cx="8685300" cy="6146530"/>
          </a:xfrm>
          <a:prstGeom prst="rect">
            <a:avLst/>
          </a:prstGeom>
          <a:noFill/>
          <a:ln>
            <a:noFill/>
          </a:ln>
        </p:spPr>
      </p:pic>
      <p:sp>
        <p:nvSpPr>
          <p:cNvPr id="129" name="Google Shape;129;p1"/>
          <p:cNvSpPr txBox="1"/>
          <p:nvPr/>
        </p:nvSpPr>
        <p:spPr>
          <a:xfrm>
            <a:off x="19012875" y="13396813"/>
            <a:ext cx="163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(A)</a:t>
            </a:r>
            <a:endParaRPr b="1" sz="2400"/>
          </a:p>
        </p:txBody>
      </p:sp>
      <p:pic>
        <p:nvPicPr>
          <p:cNvPr id="130" name="Google Shape;130;p1"/>
          <p:cNvPicPr preferRelativeResize="0"/>
          <p:nvPr/>
        </p:nvPicPr>
        <p:blipFill>
          <a:blip r:embed="rId27">
            <a:alphaModFix/>
          </a:blip>
          <a:stretch>
            <a:fillRect/>
          </a:stretch>
        </p:blipFill>
        <p:spPr>
          <a:xfrm>
            <a:off x="28775775" y="13252600"/>
            <a:ext cx="6946550" cy="5227633"/>
          </a:xfrm>
          <a:prstGeom prst="rect">
            <a:avLst/>
          </a:prstGeom>
          <a:noFill/>
          <a:ln>
            <a:noFill/>
          </a:ln>
        </p:spPr>
      </p:pic>
      <p:sp>
        <p:nvSpPr>
          <p:cNvPr id="131" name="Google Shape;131;p1"/>
          <p:cNvSpPr txBox="1"/>
          <p:nvPr/>
        </p:nvSpPr>
        <p:spPr>
          <a:xfrm>
            <a:off x="28327225" y="13213663"/>
            <a:ext cx="1638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a:t>(B)</a:t>
            </a:r>
            <a:endParaRPr b="1" sz="2400"/>
          </a:p>
        </p:txBody>
      </p:sp>
    </p:spTree>
  </p:cSld>
  <p:clrMapOvr>
    <a:masterClrMapping/>
  </p:clrMapOvr>
  <mc:AlternateContent>
    <mc:Choice Requires="p14">
      <p:transition p14:dur="250">
        <p:fade/>
      </p:transition>
    </mc:Choice>
    <mc:Fallback>
      <p:transition>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esentation_4x3 1-11-16">
  <a:themeElements>
    <a:clrScheme name="Argonne Scientific Posters">
      <a:dk1>
        <a:srgbClr val="47484A"/>
      </a:dk1>
      <a:lt1>
        <a:srgbClr val="FFFFFF"/>
      </a:lt1>
      <a:dk2>
        <a:srgbClr val="0082CA"/>
      </a:dk2>
      <a:lt2>
        <a:srgbClr val="F8B200"/>
      </a:lt2>
      <a:accent1>
        <a:srgbClr val="77B300"/>
      </a:accent1>
      <a:accent2>
        <a:srgbClr val="00609C"/>
      </a:accent2>
      <a:accent3>
        <a:srgbClr val="5B0091"/>
      </a:accent3>
      <a:accent4>
        <a:srgbClr val="FF7900"/>
      </a:accent4>
      <a:accent5>
        <a:srgbClr val="00A19C"/>
      </a:accent5>
      <a:accent6>
        <a:srgbClr val="CD202C"/>
      </a:accent6>
      <a:hlink>
        <a:srgbClr val="000000"/>
      </a:hlink>
      <a:folHlink>
        <a:srgbClr val="6666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2016-01-12T15:59:02Z</dcterms:created>
  <dc:creator>MJ</dc:creator>
</cp:coreProperties>
</file>