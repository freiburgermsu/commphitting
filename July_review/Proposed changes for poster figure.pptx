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848F-E4BE-21CE-BEA9-FE725A7A3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CAFE7-84BC-A1A0-540B-E22042745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7DEE-7EF3-AEF1-16CA-63014666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CFE4-1861-38E0-1ABC-839504DE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082E-BECF-287B-1117-BCF18D16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4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DF64-20F7-B655-2891-DA199DAD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DD514-5A26-4422-6163-0E1D686DF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EA92-D564-CD3D-AA52-47AEB9E5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F941-63ED-FEC1-B614-4F3FCE76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4AA1-1965-1868-8A26-8B0BCE9E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1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48BE-488E-589D-AE3F-6E51BE9A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D3F12-9DF3-9524-0FA2-0F5D4BFD7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CE241-904A-22F9-C78A-FE3527BC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B1D46-07D1-2C87-A775-17919526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4175C-1FEE-E390-BBB2-C21B8DD7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7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32AC-C84A-8EFA-84E7-E66B3BD7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68AE-5A26-35B2-DDAE-7A56FA781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DBC99-2C24-335E-8918-79BC1BDDE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60BFE-D090-1B42-9DA8-C38FC65B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355B-22B1-73D2-49FF-5B163411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F5E56-52B5-F05F-C86B-809690CD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4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028D-530B-0C20-4AD3-620433C52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0435B-6696-2CB9-B741-DA903E5B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A23BE-908F-5200-B885-8ECA32EE3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507F0B-46E3-D8D8-AC1E-3A789D1DC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9165E-2594-A51A-3D85-7F4D78817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3EC97-28C9-0FD1-0CEE-81B9E7892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0676A-0227-C692-FE74-6D5737C1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2139A-F461-35EE-9960-32B8CB3D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0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B0E0-63CF-A86C-B993-C4A033D1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5C440-E40B-8752-A6FA-5A142829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B59EF-7D8E-480F-2A11-B322B615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FF64D-48F8-7DE0-3ECE-8D08B561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8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B36E6-52F8-52F7-F3F5-2EF04C0A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DB3A5-26AC-E10D-C61C-F4878C92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CC2BF-2AA0-C31C-53F0-E4DF3882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0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5B6D-49B9-9E05-8470-CD0E93BB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50A7-741A-0064-DAD1-857011EE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E75BD-C079-D00D-884F-849991912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E9184-5610-7608-A8A0-DC989DD2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4DDCA-2C28-FC05-C525-2E45BB0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F037D-5C85-E5D0-6C54-F243F086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5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0B8A-0DAD-8FC6-ECEB-5B6633B5D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0FD59-3D1B-7ADE-E6F9-FB12A12B5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FCD0-C2CA-6C79-C380-328717E2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8523F-4F56-D1C0-9823-410808BC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A042A-8324-7C87-A680-A0F9ACB1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71E3-CDA1-5880-5F6E-29CE3F25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9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538E-8BD9-4E1B-0CCC-D2B1B9F1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C6183-0CE4-75CD-344D-BF8F48F05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D73AA-7192-148D-1A43-DC457C6D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213D-8BF8-23DD-7D37-0DDE0E4E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198EF-66E7-824D-C83D-2414777B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2FAEF-2915-C480-5B37-B0997EB27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CF8A7-FEA8-1727-654C-C93C4DDCB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2F03C-5843-87D1-E666-1AE55A53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3EE23-18B1-63DA-487A-4C52B0AA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ADAD-72D6-AB2D-A181-9552EBE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8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E8669-87D4-C12E-F47A-C0A24ADF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9CD6B-8E48-58E2-E011-32349916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EDA1-E409-1395-4716-39B3EA33C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20144-B59A-2F45-9C30-61F84D7D604D}" type="datetimeFigureOut">
              <a:rPr lang="en-US" smtClean="0"/>
              <a:t>7/18/22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EC526-21D6-DD7A-D48F-54C37430F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1DB22-AC42-5FFE-A4F5-AE488C44C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B5D34-71B5-F04B-B863-F78A153E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7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962C480-CF9B-1F20-232A-DEBB3137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0"/>
            <a:ext cx="6399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EAB29-6CB3-2EE9-B432-4D91D72442D5}"/>
              </a:ext>
            </a:extLst>
          </p:cNvPr>
          <p:cNvSpPr txBox="1"/>
          <p:nvPr/>
        </p:nvSpPr>
        <p:spPr>
          <a:xfrm>
            <a:off x="6765004" y="1032816"/>
            <a:ext cx="31574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Pathway flux, species interactions, growth kinetics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7DA02-7225-F865-6066-94DC9A414BD4}"/>
              </a:ext>
            </a:extLst>
          </p:cNvPr>
          <p:cNvSpPr txBox="1"/>
          <p:nvPr/>
        </p:nvSpPr>
        <p:spPr>
          <a:xfrm>
            <a:off x="7287315" y="494270"/>
            <a:ext cx="1288274" cy="3674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Task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F5EF0-82FA-0950-BEA9-E8641E38AA16}"/>
              </a:ext>
            </a:extLst>
          </p:cNvPr>
          <p:cNvSpPr txBox="1"/>
          <p:nvPr/>
        </p:nvSpPr>
        <p:spPr>
          <a:xfrm>
            <a:off x="2895600" y="665374"/>
            <a:ext cx="1288274" cy="3674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Task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967E74-58E4-83A7-D5D3-A48A95951CD8}"/>
              </a:ext>
            </a:extLst>
          </p:cNvPr>
          <p:cNvCxnSpPr/>
          <p:nvPr/>
        </p:nvCxnSpPr>
        <p:spPr>
          <a:xfrm>
            <a:off x="3385751" y="2520778"/>
            <a:ext cx="1025611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013BEBC-F1BE-4848-C2DE-D5CA1A665A17}"/>
              </a:ext>
            </a:extLst>
          </p:cNvPr>
          <p:cNvSpPr txBox="1"/>
          <p:nvPr/>
        </p:nvSpPr>
        <p:spPr>
          <a:xfrm>
            <a:off x="7268460" y="4255530"/>
            <a:ext cx="1288274" cy="3674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Task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FBF46-CD52-E8AF-ABAC-CD25EF759DFD}"/>
              </a:ext>
            </a:extLst>
          </p:cNvPr>
          <p:cNvSpPr txBox="1"/>
          <p:nvPr/>
        </p:nvSpPr>
        <p:spPr>
          <a:xfrm>
            <a:off x="3403812" y="5904560"/>
            <a:ext cx="1560123" cy="3674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Task 2,3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BE43F-34F8-D848-935D-079E02493E19}"/>
              </a:ext>
            </a:extLst>
          </p:cNvPr>
          <p:cNvSpPr txBox="1"/>
          <p:nvPr/>
        </p:nvSpPr>
        <p:spPr>
          <a:xfrm>
            <a:off x="4986579" y="4900656"/>
            <a:ext cx="1560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Metabolic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918AB0-F71A-8D85-882A-0847342AD709}"/>
              </a:ext>
            </a:extLst>
          </p:cNvPr>
          <p:cNvSpPr txBox="1"/>
          <p:nvPr/>
        </p:nvSpPr>
        <p:spPr>
          <a:xfrm>
            <a:off x="5151487" y="894316"/>
            <a:ext cx="156012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Experimental data fitting and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DE0D44-10E9-1931-84A8-7C380F18C57B}"/>
              </a:ext>
            </a:extLst>
          </p:cNvPr>
          <p:cNvSpPr txBox="1"/>
          <p:nvPr/>
        </p:nvSpPr>
        <p:spPr>
          <a:xfrm>
            <a:off x="4470767" y="2367174"/>
            <a:ext cx="30245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New experiment designs recommended to reduce model uncertainty/test hypotheses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CEE56-CB39-53CB-1D09-AEFBBDCE3F2A}"/>
              </a:ext>
            </a:extLst>
          </p:cNvPr>
          <p:cNvSpPr txBox="1"/>
          <p:nvPr/>
        </p:nvSpPr>
        <p:spPr>
          <a:xfrm>
            <a:off x="7268460" y="5904560"/>
            <a:ext cx="1560123" cy="3674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Task 2,3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03E33-18E7-EDDF-721B-84A68E7664DD}"/>
              </a:ext>
            </a:extLst>
          </p:cNvPr>
          <p:cNvSpPr txBox="1"/>
          <p:nvPr/>
        </p:nvSpPr>
        <p:spPr>
          <a:xfrm>
            <a:off x="4470767" y="3667294"/>
            <a:ext cx="24715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Mechanistic model-driven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CF4E8-0169-DF7C-79FB-2336AECF2002}"/>
              </a:ext>
            </a:extLst>
          </p:cNvPr>
          <p:cNvSpPr txBox="1"/>
          <p:nvPr/>
        </p:nvSpPr>
        <p:spPr>
          <a:xfrm>
            <a:off x="4530888" y="-220625"/>
            <a:ext cx="24715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Mechanistic model-driven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118874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Henry, Christopher S.</dc:creator>
  <cp:lastModifiedBy>Henry, Christopher S.</cp:lastModifiedBy>
  <cp:revision>1</cp:revision>
  <dcterms:created xsi:type="dcterms:W3CDTF">2022-07-18T20:13:37Z</dcterms:created>
  <dcterms:modified xsi:type="dcterms:W3CDTF">2022-07-18T20:20:47Z</dcterms:modified>
</cp:coreProperties>
</file>