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6197"/>
  </p:normalViewPr>
  <p:slideViewPr>
    <p:cSldViewPr snapToGrid="0">
      <p:cViewPr>
        <p:scale>
          <a:sx n="96" d="100"/>
          <a:sy n="96" d="100"/>
        </p:scale>
        <p:origin x="-48" y="7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06738-B961-59E1-90BB-4B572D9D15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05D254-E0D2-F0F2-8DFC-E55EC66F37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F87085-C2D0-ADF2-8648-AB29B3F31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AE42E-B7CF-B74A-BFA3-3304F873E8EA}" type="datetimeFigureOut">
              <a:rPr lang="en-US" smtClean="0"/>
              <a:t>5/31/23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B420A5-67E6-2985-5A70-BCF40E94C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C12B60-4BA0-9D06-39C5-53E0BCDA1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41512-B967-7C45-96A4-F5EB05108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0446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6D2D9-734A-D2BC-16EC-76C980E89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7174FE-5D7D-A089-D5E5-190A8AB07B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260E26-1753-796C-E86C-A82F34824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AE42E-B7CF-B74A-BFA3-3304F873E8EA}" type="datetimeFigureOut">
              <a:rPr lang="en-US" smtClean="0"/>
              <a:t>5/31/23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EA13FC-8098-B012-4F2C-220185B71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F7DCD2-6189-5C01-DCD9-A36AC92E5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41512-B967-7C45-96A4-F5EB05108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2559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8EF08-A5F6-B6FB-564B-EBD6D18E9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1E9E37-CBA3-9B38-88EF-E2C9CF3849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B34FAE-17DB-45B0-C750-ED4185F4D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AE42E-B7CF-B74A-BFA3-3304F873E8EA}" type="datetimeFigureOut">
              <a:rPr lang="en-US" smtClean="0"/>
              <a:t>5/31/23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5F00CE-BECC-C4B7-9ED5-225CF962A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A278BF-7419-40FE-FD29-6B26C5464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41512-B967-7C45-96A4-F5EB05108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094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0B032-BF61-C966-2696-CFC900637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58D82-BDC4-39EE-4944-31A24FD61C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9EF31C-4538-6856-291B-0A7D131BEC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141466-7D50-3682-3E51-4FB50F96C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AE42E-B7CF-B74A-BFA3-3304F873E8EA}" type="datetimeFigureOut">
              <a:rPr lang="en-US" smtClean="0"/>
              <a:t>5/31/23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4643C1-46A3-CC29-F819-89D91C3D8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492BD2-AEED-0920-2DF5-C8D4FEC63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41512-B967-7C45-96A4-F5EB05108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553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EDDF8-9815-93AA-D04E-3C14A72B0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58B3B4-8BC3-EC4C-68A8-EF7E98CDA6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7F7973-8831-7711-AFFA-AD033D0B18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FCF0F6-2245-9696-A109-EF8FAB22C5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900DFF-1CBE-6223-F585-20FA855C47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A65027-31E5-5E6F-2BB9-495A2FBDE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AE42E-B7CF-B74A-BFA3-3304F873E8EA}" type="datetimeFigureOut">
              <a:rPr lang="en-US" smtClean="0"/>
              <a:t>5/31/23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B1E56F-4B31-9D83-CBAB-931417CB4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0AEC84-DCF0-5AE5-A8EA-3A06AA89C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41512-B967-7C45-96A4-F5EB05108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132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BD8E4-5641-2AFD-BD35-C552DEF91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21A2B4-A46B-B5F9-DA9D-94B21354A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AE42E-B7CF-B74A-BFA3-3304F873E8EA}" type="datetimeFigureOut">
              <a:rPr lang="en-US" smtClean="0"/>
              <a:t>5/31/23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8D1F95-F754-F2D5-7C32-47F1FC48D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5BDF02-2CF0-1128-E8FC-6D202943D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41512-B967-7C45-96A4-F5EB05108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919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6A78B5-4FAE-5EEA-4CA9-19E2BA5EC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AE42E-B7CF-B74A-BFA3-3304F873E8EA}" type="datetimeFigureOut">
              <a:rPr lang="en-US" smtClean="0"/>
              <a:t>5/31/23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5A8FA1-B782-FBF3-B2C6-99F363746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4A4CDB-9301-2CD5-BA3E-56DA90E0B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41512-B967-7C45-96A4-F5EB05108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6609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4DFA0-D866-9D81-A614-E79BCFA0C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CE458D-70F0-3C1F-0E04-556BDB28A3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C47D6A-CE48-F10B-869B-3F2D9E41EF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338946-DAE1-9DF6-F4DE-03D7C64B5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AE42E-B7CF-B74A-BFA3-3304F873E8EA}" type="datetimeFigureOut">
              <a:rPr lang="en-US" smtClean="0"/>
              <a:t>5/31/23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447AF7-E458-5079-1F8D-D521D4C3F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D6BD31-4228-A4D4-863F-75D74ACFB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41512-B967-7C45-96A4-F5EB05108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1764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88A68-1266-7D8F-EFF1-DC60166BF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C851D2-00D7-E51C-4621-0355399157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F95137-2B53-8B31-4B22-F339165049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6A8D92-4A3E-7AF8-0650-34DE8F808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AE42E-B7CF-B74A-BFA3-3304F873E8EA}" type="datetimeFigureOut">
              <a:rPr lang="en-US" smtClean="0"/>
              <a:t>5/31/23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0D9D58-17D0-81A1-E858-B2D0FC74C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35950E-9B1E-7A93-93CD-C51D4933E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41512-B967-7C45-96A4-F5EB05108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618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2A574-3A3D-CB7F-D747-97D220948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E04536-01BB-B870-BB73-B30F976515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17CA57-1F18-2CBA-2C0D-6D13B5BC1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AE42E-B7CF-B74A-BFA3-3304F873E8EA}" type="datetimeFigureOut">
              <a:rPr lang="en-US" smtClean="0"/>
              <a:t>5/31/23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C45002-C64A-5CCB-E403-4EE0B602B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BA9169-E3AD-FD73-BD2A-8E8685825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41512-B967-7C45-96A4-F5EB05108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546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085B-D9EB-3839-B859-5EEF4E2B7D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23FBC5-1A6C-CD8F-525A-8A534731ED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CA0208-91D5-F2BF-6F4C-D704AAC8F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AE42E-B7CF-B74A-BFA3-3304F873E8EA}" type="datetimeFigureOut">
              <a:rPr lang="en-US" smtClean="0"/>
              <a:t>5/31/23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E8A3A7-8323-71E2-4D64-EB9226743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A3A2AA-3F5A-FACB-AC05-CC2D387A0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41512-B967-7C45-96A4-F5EB05108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525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886227-163A-49D1-7BA7-1626AEA2C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E5BCE2-2886-47C7-5BEB-AE6B6291D8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3D49D5-85E3-B054-1CF9-1575DDB069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6AE42E-B7CF-B74A-BFA3-3304F873E8EA}" type="datetimeFigureOut">
              <a:rPr lang="en-US" smtClean="0"/>
              <a:t>5/31/23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AA83B3-AF74-DACF-620C-BA5F775AF7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0BA88E-E940-56A3-7629-B4D82ADE26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741512-B967-7C45-96A4-F5EB05108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42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3AD1150-CEB6-5DFB-AD2D-F2F134F2AB6D}"/>
              </a:ext>
            </a:extLst>
          </p:cNvPr>
          <p:cNvSpPr txBox="1"/>
          <p:nvPr/>
        </p:nvSpPr>
        <p:spPr>
          <a:xfrm>
            <a:off x="199696" y="220717"/>
            <a:ext cx="611815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 found in Excel file “PF-EC 4-29-22 ratios and 4HB changes”</a:t>
            </a:r>
          </a:p>
          <a:p>
            <a:r>
              <a:rPr lang="en-US" dirty="0"/>
              <a:t>The wells to compare are </a:t>
            </a:r>
          </a:p>
          <a:p>
            <a:r>
              <a:rPr lang="en-US" dirty="0"/>
              <a:t>B11 (E. coli monoculture w/ maltose only)</a:t>
            </a:r>
          </a:p>
          <a:p>
            <a:r>
              <a:rPr lang="en-US" dirty="0"/>
              <a:t>B2 (PF monoculture w/ maltose only)</a:t>
            </a:r>
          </a:p>
          <a:p>
            <a:r>
              <a:rPr lang="en-US" dirty="0"/>
              <a:t>B7 (EC:PF 1:1 coculture w/ maltose only)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0C6EA2-7E2A-29DE-C7FE-FE484C5F43CE}"/>
              </a:ext>
            </a:extLst>
          </p:cNvPr>
          <p:cNvSpPr txBox="1"/>
          <p:nvPr/>
        </p:nvSpPr>
        <p:spPr>
          <a:xfrm>
            <a:off x="3520965" y="2091559"/>
            <a:ext cx="12743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RFP (E. coli)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C281DC-A75C-7D6D-AE98-DCD1BC49F7D7}"/>
              </a:ext>
            </a:extLst>
          </p:cNvPr>
          <p:cNvSpPr txBox="1"/>
          <p:nvPr/>
        </p:nvSpPr>
        <p:spPr>
          <a:xfrm>
            <a:off x="5729266" y="2091559"/>
            <a:ext cx="9733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GFP (PF)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815E29-4094-2822-BC78-FC76EB4CD5B5}"/>
              </a:ext>
            </a:extLst>
          </p:cNvPr>
          <p:cNvSpPr txBox="1"/>
          <p:nvPr/>
        </p:nvSpPr>
        <p:spPr>
          <a:xfrm>
            <a:off x="1873323" y="2645611"/>
            <a:ext cx="15184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Monoculture</a:t>
            </a:r>
          </a:p>
          <a:p>
            <a:pPr algn="ctr"/>
            <a:r>
              <a:rPr lang="en-US" dirty="0"/>
              <a:t>(Wells B11 EC and B7 PF)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67A60D-9475-CAB4-7EB4-F461F3E46B5B}"/>
              </a:ext>
            </a:extLst>
          </p:cNvPr>
          <p:cNvSpPr txBox="1"/>
          <p:nvPr/>
        </p:nvSpPr>
        <p:spPr>
          <a:xfrm>
            <a:off x="2006312" y="4359382"/>
            <a:ext cx="12524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Coculture (well B7)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60E566C-65EE-42A4-8D78-7B75C435A48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1026" t="19546" r="41025" b="68999"/>
          <a:stretch/>
        </p:blipFill>
        <p:spPr>
          <a:xfrm>
            <a:off x="5580506" y="3919412"/>
            <a:ext cx="1291005" cy="119419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3D8DEFC-DE06-02A4-E018-5CE40EC368C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040" t="19247" r="79874" b="68916"/>
          <a:stretch/>
        </p:blipFill>
        <p:spPr>
          <a:xfrm>
            <a:off x="5580506" y="2510181"/>
            <a:ext cx="1270861" cy="119419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D1666E3-1213-4B7C-B61B-DB8284E074F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4657" t="18828" r="17185" b="68873"/>
          <a:stretch/>
        </p:blipFill>
        <p:spPr>
          <a:xfrm>
            <a:off x="3520965" y="3919412"/>
            <a:ext cx="1293106" cy="124927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8BF8782-EFDB-C1D1-840B-D89647B180C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2307" t="18984" r="9535" b="69149"/>
          <a:stretch/>
        </p:blipFill>
        <p:spPr>
          <a:xfrm>
            <a:off x="3520965" y="2519672"/>
            <a:ext cx="1270861" cy="11847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368FB13-97C7-7ECD-B2E0-1D12F83AB119}"/>
              </a:ext>
            </a:extLst>
          </p:cNvPr>
          <p:cNvSpPr txBox="1"/>
          <p:nvPr/>
        </p:nvSpPr>
        <p:spPr>
          <a:xfrm>
            <a:off x="8401879" y="2322445"/>
            <a:ext cx="26371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Steady comm predictions for cross feeding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EF27D65-F35C-7EE5-86A4-0B32A554267D}"/>
              </a:ext>
            </a:extLst>
          </p:cNvPr>
          <p:cNvSpPr txBox="1"/>
          <p:nvPr/>
        </p:nvSpPr>
        <p:spPr>
          <a:xfrm>
            <a:off x="8401879" y="4230470"/>
            <a:ext cx="2644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Agar plate images maybe?</a:t>
            </a:r>
          </a:p>
        </p:txBody>
      </p:sp>
    </p:spTree>
    <p:extLst>
      <p:ext uri="{BB962C8B-B14F-4D97-AF65-F5344CB8AC3E}">
        <p14:creationId xmlns:p14="http://schemas.microsoft.com/office/powerpoint/2010/main" val="9548330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85</Words>
  <Application>Microsoft Macintosh PowerPoint</Application>
  <PresentationFormat>Widescreen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Dewey, Jeffrey Alexander</dc:creator>
  <cp:lastModifiedBy>Dewey, Jeffrey Alexander</cp:lastModifiedBy>
  <cp:revision>1</cp:revision>
  <dcterms:created xsi:type="dcterms:W3CDTF">2023-05-31T19:37:44Z</dcterms:created>
  <dcterms:modified xsi:type="dcterms:W3CDTF">2023-05-31T19:47:46Z</dcterms:modified>
</cp:coreProperties>
</file>